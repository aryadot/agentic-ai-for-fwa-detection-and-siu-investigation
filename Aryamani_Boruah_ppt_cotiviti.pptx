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2" r:id="rId4"/>
    <p:sldMasterId id="214748370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5143500" cx="9144000"/>
  <p:notesSz cx="6858000" cy="9144000"/>
  <p:embeddedFontLst>
    <p:embeddedFont>
      <p:font typeface="Inter SemiBold"/>
      <p:regular r:id="rId14"/>
      <p:bold r:id="rId15"/>
      <p:italic r:id="rId16"/>
      <p:boldItalic r:id="rId17"/>
    </p:embeddedFont>
    <p:embeddedFont>
      <p:font typeface="Arimo"/>
      <p:regular r:id="rId18"/>
      <p:bold r:id="rId19"/>
      <p:italic r:id="rId20"/>
      <p:boldItalic r:id="rId21"/>
    </p:embeddedFont>
    <p:embeddedFont>
      <p:font typeface="Arimo SemiBold"/>
      <p:regular r:id="rId22"/>
      <p:bold r:id="rId23"/>
      <p:italic r:id="rId24"/>
      <p:boldItalic r:id="rId25"/>
    </p:embeddedFont>
    <p:embeddedFont>
      <p:font typeface="Inter"/>
      <p:bold r:id="rId26"/>
      <p:boldItalic r:id="rId27"/>
    </p:embeddedFont>
    <p:embeddedFont>
      <p:font typeface="Inter ExtraBold"/>
      <p:bold r:id="rId28"/>
      <p:boldItalic r:id="rId29"/>
    </p:embeddedFont>
    <p:embeddedFont>
      <p:font typeface="Arimo Medium"/>
      <p:regular r:id="rId30"/>
      <p:bold r:id="rId31"/>
      <p:italic r:id="rId32"/>
      <p:boldItalic r:id="rId33"/>
    </p:embeddedFont>
    <p:embeddedFont>
      <p:font typeface="Inter Medium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rimo-italic.fntdata"/><Relationship Id="rId22" Type="http://schemas.openxmlformats.org/officeDocument/2006/relationships/font" Target="fonts/ArimoSemiBold-regular.fntdata"/><Relationship Id="rId21" Type="http://schemas.openxmlformats.org/officeDocument/2006/relationships/font" Target="fonts/Arimo-boldItalic.fntdata"/><Relationship Id="rId24" Type="http://schemas.openxmlformats.org/officeDocument/2006/relationships/font" Target="fonts/ArimoSemiBold-italic.fntdata"/><Relationship Id="rId23" Type="http://schemas.openxmlformats.org/officeDocument/2006/relationships/font" Target="fonts/ArimoSemiBold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Inter-bold.fntdata"/><Relationship Id="rId25" Type="http://schemas.openxmlformats.org/officeDocument/2006/relationships/font" Target="fonts/ArimoSemiBold-boldItalic.fntdata"/><Relationship Id="rId28" Type="http://schemas.openxmlformats.org/officeDocument/2006/relationships/font" Target="fonts/InterExtraBold-bold.fntdata"/><Relationship Id="rId27" Type="http://schemas.openxmlformats.org/officeDocument/2006/relationships/font" Target="fonts/Inter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InterExtraBold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ArimoMedium-bold.fntdata"/><Relationship Id="rId30" Type="http://schemas.openxmlformats.org/officeDocument/2006/relationships/font" Target="fonts/ArimoMedium-regular.fntdata"/><Relationship Id="rId11" Type="http://schemas.openxmlformats.org/officeDocument/2006/relationships/slide" Target="slides/slide5.xml"/><Relationship Id="rId33" Type="http://schemas.openxmlformats.org/officeDocument/2006/relationships/font" Target="fonts/ArimoMedium-boldItalic.fntdata"/><Relationship Id="rId10" Type="http://schemas.openxmlformats.org/officeDocument/2006/relationships/slide" Target="slides/slide4.xml"/><Relationship Id="rId32" Type="http://schemas.openxmlformats.org/officeDocument/2006/relationships/font" Target="fonts/ArimoMedium-italic.fntdata"/><Relationship Id="rId13" Type="http://schemas.openxmlformats.org/officeDocument/2006/relationships/slide" Target="slides/slide7.xml"/><Relationship Id="rId35" Type="http://schemas.openxmlformats.org/officeDocument/2006/relationships/font" Target="fonts/InterMedium-bold.fntdata"/><Relationship Id="rId12" Type="http://schemas.openxmlformats.org/officeDocument/2006/relationships/slide" Target="slides/slide6.xml"/><Relationship Id="rId34" Type="http://schemas.openxmlformats.org/officeDocument/2006/relationships/font" Target="fonts/InterMedium-regular.fntdata"/><Relationship Id="rId15" Type="http://schemas.openxmlformats.org/officeDocument/2006/relationships/font" Target="fonts/InterSemiBold-bold.fntdata"/><Relationship Id="rId37" Type="http://schemas.openxmlformats.org/officeDocument/2006/relationships/font" Target="fonts/InterMedium-boldItalic.fntdata"/><Relationship Id="rId14" Type="http://schemas.openxmlformats.org/officeDocument/2006/relationships/font" Target="fonts/InterSemiBold-regular.fntdata"/><Relationship Id="rId36" Type="http://schemas.openxmlformats.org/officeDocument/2006/relationships/font" Target="fonts/InterMedium-italic.fntdata"/><Relationship Id="rId17" Type="http://schemas.openxmlformats.org/officeDocument/2006/relationships/font" Target="fonts/InterSemiBold-boldItalic.fntdata"/><Relationship Id="rId16" Type="http://schemas.openxmlformats.org/officeDocument/2006/relationships/font" Target="fonts/InterSemiBold-italic.fntdata"/><Relationship Id="rId19" Type="http://schemas.openxmlformats.org/officeDocument/2006/relationships/font" Target="fonts/Arimo-bold.fntdata"/><Relationship Id="rId18" Type="http://schemas.openxmlformats.org/officeDocument/2006/relationships/font" Target="fonts/Arim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efad4e2ac8_0_3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3efad4e2ac8_0_3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efad4e2ac8_0_30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3efad4e2ac8_0_30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efad4e2ac8_0_35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3efad4e2ac8_0_35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efad4e2ac8_0_16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3efad4e2ac8_0_16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efad4e2ac8_0_50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g3efad4e2ac8_0_50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3efad4e2ac8_0_56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" name="Google Shape;504;g3efad4e2ac8_0_56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3efad4e2ac8_0_6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0" name="Google Shape;540;g3efad4e2ac8_0_6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BLANK_1_3">
    <p:bg>
      <p:bgPr>
        <a:solidFill>
          <a:schemeClr val="accent5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 amt="60000"/>
          </a:blip>
          <a:srcRect b="4816" l="0" r="0" t="0"/>
          <a:stretch/>
        </p:blipFill>
        <p:spPr>
          <a:xfrm>
            <a:off x="277500" y="277500"/>
            <a:ext cx="8589000" cy="4599000"/>
          </a:xfrm>
          <a:prstGeom prst="roundRect">
            <a:avLst>
              <a:gd fmla="val 13515" name="adj"/>
            </a:avLst>
          </a:prstGeom>
          <a:noFill/>
          <a:ln>
            <a:noFill/>
          </a:ln>
        </p:spPr>
      </p:pic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821004" y="4044275"/>
            <a:ext cx="58593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9pPr>
          </a:lstStyle>
          <a:p/>
        </p:txBody>
      </p:sp>
      <p:cxnSp>
        <p:nvCxnSpPr>
          <p:cNvPr id="11" name="Google Shape;11;p2"/>
          <p:cNvCxnSpPr/>
          <p:nvPr/>
        </p:nvCxnSpPr>
        <p:spPr>
          <a:xfrm>
            <a:off x="805650" y="792575"/>
            <a:ext cx="7547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" name="Google Shape;12;p2"/>
          <p:cNvCxnSpPr/>
          <p:nvPr/>
        </p:nvCxnSpPr>
        <p:spPr>
          <a:xfrm>
            <a:off x="805650" y="4521775"/>
            <a:ext cx="7547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" name="Google Shape;13;p2"/>
          <p:cNvSpPr txBox="1"/>
          <p:nvPr>
            <p:ph idx="2" type="subTitle"/>
          </p:nvPr>
        </p:nvSpPr>
        <p:spPr>
          <a:xfrm>
            <a:off x="805651" y="582750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3" type="subTitle"/>
          </p:nvPr>
        </p:nvSpPr>
        <p:spPr>
          <a:xfrm>
            <a:off x="2679901" y="582750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4" type="subTitle"/>
          </p:nvPr>
        </p:nvSpPr>
        <p:spPr>
          <a:xfrm>
            <a:off x="7677976" y="582750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type="title"/>
          </p:nvPr>
        </p:nvSpPr>
        <p:spPr>
          <a:xfrm>
            <a:off x="795525" y="2323100"/>
            <a:ext cx="4838100" cy="145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Alt 2">
  <p:cSld name="BLANK_1_1_1">
    <p:bg>
      <p:bgPr>
        <a:solidFill>
          <a:schemeClr val="accent5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277515" y="277501"/>
            <a:ext cx="8589075" cy="4593888"/>
            <a:chOff x="277500" y="277500"/>
            <a:chExt cx="8589075" cy="4593888"/>
          </a:xfrm>
        </p:grpSpPr>
        <p:pic>
          <p:nvPicPr>
            <p:cNvPr id="19" name="Google Shape;19;p3"/>
            <p:cNvPicPr preferRelativeResize="0"/>
            <p:nvPr/>
          </p:nvPicPr>
          <p:blipFill>
            <a:blip r:embed="rId2">
              <a:alphaModFix amt="10000"/>
            </a:blip>
            <a:stretch>
              <a:fillRect/>
            </a:stretch>
          </p:blipFill>
          <p:spPr>
            <a:xfrm>
              <a:off x="277575" y="277500"/>
              <a:ext cx="8589000" cy="45938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" name="Google Shape;20;p3"/>
            <p:cNvSpPr/>
            <p:nvPr/>
          </p:nvSpPr>
          <p:spPr>
            <a:xfrm>
              <a:off x="277500" y="277500"/>
              <a:ext cx="8589000" cy="4582500"/>
            </a:xfrm>
            <a:prstGeom prst="roundRect">
              <a:avLst>
                <a:gd fmla="val 6093" name="adj"/>
              </a:avLst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  <p:sp>
        <p:nvSpPr>
          <p:cNvPr id="21" name="Google Shape;21;p3"/>
          <p:cNvSpPr/>
          <p:nvPr/>
        </p:nvSpPr>
        <p:spPr>
          <a:xfrm>
            <a:off x="601356" y="3751056"/>
            <a:ext cx="576000" cy="5760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651558" y="3801258"/>
            <a:ext cx="475500" cy="4755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3" name="Google Shape;23;p3"/>
          <p:cNvSpPr txBox="1"/>
          <p:nvPr>
            <p:ph idx="1" type="subTitle"/>
          </p:nvPr>
        </p:nvSpPr>
        <p:spPr>
          <a:xfrm>
            <a:off x="601325" y="3751025"/>
            <a:ext cx="576000" cy="576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mo"/>
              <a:buNone/>
              <a:defRPr sz="16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cxnSp>
        <p:nvCxnSpPr>
          <p:cNvPr id="24" name="Google Shape;24;p3"/>
          <p:cNvCxnSpPr/>
          <p:nvPr/>
        </p:nvCxnSpPr>
        <p:spPr>
          <a:xfrm rot="10800000">
            <a:off x="1341900" y="4039025"/>
            <a:ext cx="10146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Google Shape;26;p3"/>
          <p:cNvSpPr txBox="1"/>
          <p:nvPr>
            <p:ph type="title"/>
          </p:nvPr>
        </p:nvSpPr>
        <p:spPr>
          <a:xfrm>
            <a:off x="2598475" y="3493075"/>
            <a:ext cx="5985300" cy="99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eakers">
  <p:cSld name="CUSTOM_23">
    <p:bg>
      <p:bgPr>
        <a:solidFill>
          <a:schemeClr val="accent5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>
            <p:ph idx="2" type="pic"/>
          </p:nvPr>
        </p:nvSpPr>
        <p:spPr>
          <a:xfrm>
            <a:off x="277500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29" name="Google Shape;29;p4"/>
          <p:cNvSpPr/>
          <p:nvPr>
            <p:ph idx="3" type="pic"/>
          </p:nvPr>
        </p:nvSpPr>
        <p:spPr>
          <a:xfrm>
            <a:off x="17282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30" name="Google Shape;30;p4"/>
          <p:cNvSpPr/>
          <p:nvPr>
            <p:ph idx="4" type="pic"/>
          </p:nvPr>
        </p:nvSpPr>
        <p:spPr>
          <a:xfrm>
            <a:off x="31790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31" name="Google Shape;31;p4"/>
          <p:cNvSpPr/>
          <p:nvPr>
            <p:ph idx="5" type="pic"/>
          </p:nvPr>
        </p:nvSpPr>
        <p:spPr>
          <a:xfrm>
            <a:off x="46298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32" name="Google Shape;32;p4"/>
          <p:cNvSpPr/>
          <p:nvPr>
            <p:ph idx="6" type="pic"/>
          </p:nvPr>
        </p:nvSpPr>
        <p:spPr>
          <a:xfrm>
            <a:off x="60806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33" name="Google Shape;33;p4"/>
          <p:cNvSpPr/>
          <p:nvPr>
            <p:ph idx="7" type="pic"/>
          </p:nvPr>
        </p:nvSpPr>
        <p:spPr>
          <a:xfrm>
            <a:off x="75314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34" name="Google Shape;34;p4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" name="Google Shape;35;p4"/>
          <p:cNvSpPr txBox="1"/>
          <p:nvPr>
            <p:ph type="title"/>
          </p:nvPr>
        </p:nvSpPr>
        <p:spPr>
          <a:xfrm>
            <a:off x="277500" y="577275"/>
            <a:ext cx="7137000" cy="99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7064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37" name="Google Shape;37;p4"/>
          <p:cNvSpPr txBox="1"/>
          <p:nvPr>
            <p:ph idx="8" type="body"/>
          </p:nvPr>
        </p:nvSpPr>
        <p:spPr>
          <a:xfrm>
            <a:off x="182162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38" name="Google Shape;38;p4"/>
          <p:cNvSpPr txBox="1"/>
          <p:nvPr>
            <p:ph idx="9" type="body"/>
          </p:nvPr>
        </p:nvSpPr>
        <p:spPr>
          <a:xfrm>
            <a:off x="327260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39" name="Google Shape;39;p4"/>
          <p:cNvSpPr txBox="1"/>
          <p:nvPr>
            <p:ph idx="13" type="body"/>
          </p:nvPr>
        </p:nvSpPr>
        <p:spPr>
          <a:xfrm>
            <a:off x="472358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40" name="Google Shape;40;p4"/>
          <p:cNvSpPr txBox="1"/>
          <p:nvPr>
            <p:ph idx="14" type="body"/>
          </p:nvPr>
        </p:nvSpPr>
        <p:spPr>
          <a:xfrm>
            <a:off x="617456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41" name="Google Shape;41;p4"/>
          <p:cNvSpPr txBox="1"/>
          <p:nvPr>
            <p:ph idx="15" type="body"/>
          </p:nvPr>
        </p:nvSpPr>
        <p:spPr>
          <a:xfrm>
            <a:off x="762554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42" name="Google Shape;42;p4"/>
          <p:cNvSpPr txBox="1"/>
          <p:nvPr>
            <p:ph idx="16" type="subTitle"/>
          </p:nvPr>
        </p:nvSpPr>
        <p:spPr>
          <a:xfrm>
            <a:off x="370650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3" name="Google Shape;43;p4"/>
          <p:cNvSpPr txBox="1"/>
          <p:nvPr>
            <p:ph idx="17" type="subTitle"/>
          </p:nvPr>
        </p:nvSpPr>
        <p:spPr>
          <a:xfrm>
            <a:off x="1821493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4" name="Google Shape;44;p4"/>
          <p:cNvSpPr txBox="1"/>
          <p:nvPr>
            <p:ph idx="18" type="subTitle"/>
          </p:nvPr>
        </p:nvSpPr>
        <p:spPr>
          <a:xfrm>
            <a:off x="3272343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5" name="Google Shape;45;p4"/>
          <p:cNvSpPr txBox="1"/>
          <p:nvPr>
            <p:ph idx="19" type="subTitle"/>
          </p:nvPr>
        </p:nvSpPr>
        <p:spPr>
          <a:xfrm>
            <a:off x="4723193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6" name="Google Shape;46;p4"/>
          <p:cNvSpPr txBox="1"/>
          <p:nvPr>
            <p:ph idx="20" type="subTitle"/>
          </p:nvPr>
        </p:nvSpPr>
        <p:spPr>
          <a:xfrm>
            <a:off x="6174375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7" name="Google Shape;47;p4"/>
          <p:cNvSpPr txBox="1"/>
          <p:nvPr>
            <p:ph idx="21" type="subTitle"/>
          </p:nvPr>
        </p:nvSpPr>
        <p:spPr>
          <a:xfrm>
            <a:off x="7625550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8" name="Google Shape;48;p4"/>
          <p:cNvSpPr txBox="1"/>
          <p:nvPr>
            <p:ph idx="22" type="subTitle"/>
          </p:nvPr>
        </p:nvSpPr>
        <p:spPr>
          <a:xfrm>
            <a:off x="277500" y="291038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9" name="Google Shape;49;p4"/>
          <p:cNvSpPr txBox="1"/>
          <p:nvPr>
            <p:ph idx="23" type="subTitle"/>
          </p:nvPr>
        </p:nvSpPr>
        <p:spPr>
          <a:xfrm>
            <a:off x="7151050" y="290218"/>
            <a:ext cx="17154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cards">
  <p:cSld name="CUSTOM_24">
    <p:bg>
      <p:bgPr>
        <a:solidFill>
          <a:schemeClr val="accent5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"/>
          <p:cNvSpPr txBox="1"/>
          <p:nvPr>
            <p:ph idx="1" type="subTitle"/>
          </p:nvPr>
        </p:nvSpPr>
        <p:spPr>
          <a:xfrm>
            <a:off x="417936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2" name="Google Shape;52;p5"/>
          <p:cNvSpPr txBox="1"/>
          <p:nvPr>
            <p:ph idx="2" type="subTitle"/>
          </p:nvPr>
        </p:nvSpPr>
        <p:spPr>
          <a:xfrm>
            <a:off x="2167325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3" name="Google Shape;53;p5"/>
          <p:cNvSpPr txBox="1"/>
          <p:nvPr>
            <p:ph idx="3" type="subTitle"/>
          </p:nvPr>
        </p:nvSpPr>
        <p:spPr>
          <a:xfrm>
            <a:off x="3905470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4" name="Google Shape;54;p5"/>
          <p:cNvSpPr txBox="1"/>
          <p:nvPr>
            <p:ph idx="4" type="subTitle"/>
          </p:nvPr>
        </p:nvSpPr>
        <p:spPr>
          <a:xfrm>
            <a:off x="5652384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5" name="Google Shape;55;p5"/>
          <p:cNvSpPr txBox="1"/>
          <p:nvPr>
            <p:ph idx="5" type="subTitle"/>
          </p:nvPr>
        </p:nvSpPr>
        <p:spPr>
          <a:xfrm>
            <a:off x="7392630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6" name="Google Shape;56;p5"/>
          <p:cNvSpPr txBox="1"/>
          <p:nvPr>
            <p:ph idx="6" type="body"/>
          </p:nvPr>
        </p:nvSpPr>
        <p:spPr>
          <a:xfrm>
            <a:off x="417811" y="3433000"/>
            <a:ext cx="1337400" cy="117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57" name="Google Shape;57;p5"/>
          <p:cNvSpPr txBox="1"/>
          <p:nvPr>
            <p:ph idx="7" type="body"/>
          </p:nvPr>
        </p:nvSpPr>
        <p:spPr>
          <a:xfrm>
            <a:off x="2167325" y="3433000"/>
            <a:ext cx="1337400" cy="11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58" name="Google Shape;58;p5"/>
          <p:cNvSpPr txBox="1"/>
          <p:nvPr>
            <p:ph idx="8" type="body"/>
          </p:nvPr>
        </p:nvSpPr>
        <p:spPr>
          <a:xfrm>
            <a:off x="3903300" y="3433000"/>
            <a:ext cx="1337400" cy="11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59" name="Google Shape;59;p5"/>
          <p:cNvSpPr txBox="1"/>
          <p:nvPr>
            <p:ph idx="9" type="body"/>
          </p:nvPr>
        </p:nvSpPr>
        <p:spPr>
          <a:xfrm>
            <a:off x="5648625" y="3433000"/>
            <a:ext cx="1337400" cy="11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60" name="Google Shape;60;p5"/>
          <p:cNvSpPr txBox="1"/>
          <p:nvPr>
            <p:ph idx="13" type="body"/>
          </p:nvPr>
        </p:nvSpPr>
        <p:spPr>
          <a:xfrm>
            <a:off x="7385291" y="3433000"/>
            <a:ext cx="1337400" cy="11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61" name="Google Shape;61;p5"/>
          <p:cNvSpPr txBox="1"/>
          <p:nvPr>
            <p:ph idx="14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62" name="Google Shape;62;p5"/>
          <p:cNvSpPr txBox="1"/>
          <p:nvPr>
            <p:ph idx="15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63" name="Google Shape;63;p5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64" name="Google Shape;64;p5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 - Alt 1">
  <p:cSld name="CUSTOM_25">
    <p:bg>
      <p:bgPr>
        <a:solidFill>
          <a:schemeClr val="accent5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6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6"/>
          <p:cNvSpPr txBox="1"/>
          <p:nvPr/>
        </p:nvSpPr>
        <p:spPr>
          <a:xfrm>
            <a:off x="277500" y="277500"/>
            <a:ext cx="8589000" cy="10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69" name="Google Shape;69;p6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70" name="Google Shape;70;p6"/>
          <p:cNvSpPr txBox="1"/>
          <p:nvPr>
            <p:ph idx="3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71" name="Google Shape;71;p6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+ 4 steps - Alt 1">
  <p:cSld name="CUSTOM_25_1_1">
    <p:bg>
      <p:bgPr>
        <a:solidFill>
          <a:schemeClr val="accent5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7"/>
          <p:cNvSpPr txBox="1"/>
          <p:nvPr>
            <p:ph type="title"/>
          </p:nvPr>
        </p:nvSpPr>
        <p:spPr>
          <a:xfrm>
            <a:off x="1969400" y="138075"/>
            <a:ext cx="5217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74" name="Google Shape;74;p7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75" name="Google Shape;75;p7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7" name="Google Shape;77;p7"/>
          <p:cNvSpPr/>
          <p:nvPr>
            <p:ph idx="3" type="pic"/>
          </p:nvPr>
        </p:nvSpPr>
        <p:spPr>
          <a:xfrm>
            <a:off x="3766700" y="873150"/>
            <a:ext cx="1621800" cy="3549600"/>
          </a:xfrm>
          <a:prstGeom prst="roundRect">
            <a:avLst>
              <a:gd fmla="val 10482" name="adj"/>
            </a:avLst>
          </a:prstGeom>
          <a:noFill/>
          <a:ln>
            <a:noFill/>
          </a:ln>
        </p:spPr>
      </p:sp>
      <p:sp>
        <p:nvSpPr>
          <p:cNvPr id="78" name="Google Shape;78;p7"/>
          <p:cNvSpPr/>
          <p:nvPr>
            <p:ph idx="4" type="pic"/>
          </p:nvPr>
        </p:nvSpPr>
        <p:spPr>
          <a:xfrm>
            <a:off x="289100" y="1324475"/>
            <a:ext cx="1563300" cy="2531100"/>
          </a:xfrm>
          <a:prstGeom prst="roundRect">
            <a:avLst>
              <a:gd fmla="val 11947" name="adj"/>
            </a:avLst>
          </a:prstGeom>
          <a:noFill/>
          <a:ln>
            <a:noFill/>
          </a:ln>
        </p:spPr>
      </p:sp>
      <p:sp>
        <p:nvSpPr>
          <p:cNvPr id="79" name="Google Shape;79;p7"/>
          <p:cNvSpPr/>
          <p:nvPr>
            <p:ph idx="5" type="pic"/>
          </p:nvPr>
        </p:nvSpPr>
        <p:spPr>
          <a:xfrm>
            <a:off x="1969400" y="1142650"/>
            <a:ext cx="1563300" cy="2531100"/>
          </a:xfrm>
          <a:prstGeom prst="roundRect">
            <a:avLst>
              <a:gd fmla="val 11947" name="adj"/>
            </a:avLst>
          </a:prstGeom>
          <a:noFill/>
          <a:ln>
            <a:noFill/>
          </a:ln>
        </p:spPr>
      </p:sp>
      <p:sp>
        <p:nvSpPr>
          <p:cNvPr id="80" name="Google Shape;80;p7"/>
          <p:cNvSpPr/>
          <p:nvPr>
            <p:ph idx="6" type="pic"/>
          </p:nvPr>
        </p:nvSpPr>
        <p:spPr>
          <a:xfrm>
            <a:off x="5623125" y="1142650"/>
            <a:ext cx="1563300" cy="2531100"/>
          </a:xfrm>
          <a:prstGeom prst="roundRect">
            <a:avLst>
              <a:gd fmla="val 11947" name="adj"/>
            </a:avLst>
          </a:prstGeom>
          <a:noFill/>
          <a:ln>
            <a:noFill/>
          </a:ln>
        </p:spPr>
      </p:sp>
      <p:sp>
        <p:nvSpPr>
          <p:cNvPr id="81" name="Google Shape;81;p7"/>
          <p:cNvSpPr/>
          <p:nvPr>
            <p:ph idx="7" type="pic"/>
          </p:nvPr>
        </p:nvSpPr>
        <p:spPr>
          <a:xfrm>
            <a:off x="7304050" y="1324475"/>
            <a:ext cx="1563300" cy="2531100"/>
          </a:xfrm>
          <a:prstGeom prst="roundRect">
            <a:avLst>
              <a:gd fmla="val 11947" name="adj"/>
            </a:avLst>
          </a:prstGeom>
          <a:noFill/>
          <a:ln>
            <a:noFill/>
          </a:ln>
        </p:spPr>
      </p:sp>
      <p:sp>
        <p:nvSpPr>
          <p:cNvPr id="82" name="Google Shape;82;p7"/>
          <p:cNvSpPr txBox="1"/>
          <p:nvPr>
            <p:ph idx="8" type="subTitle"/>
          </p:nvPr>
        </p:nvSpPr>
        <p:spPr>
          <a:xfrm>
            <a:off x="378475" y="4261299"/>
            <a:ext cx="1563300" cy="20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83" name="Google Shape;83;p7"/>
          <p:cNvSpPr txBox="1"/>
          <p:nvPr>
            <p:ph idx="9" type="subTitle"/>
          </p:nvPr>
        </p:nvSpPr>
        <p:spPr>
          <a:xfrm>
            <a:off x="378476" y="4562900"/>
            <a:ext cx="1473900" cy="2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84" name="Google Shape;84;p7"/>
          <p:cNvSpPr txBox="1"/>
          <p:nvPr>
            <p:ph idx="13" type="subTitle"/>
          </p:nvPr>
        </p:nvSpPr>
        <p:spPr>
          <a:xfrm>
            <a:off x="2057625" y="4074126"/>
            <a:ext cx="1563300" cy="20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85" name="Google Shape;85;p7"/>
          <p:cNvSpPr txBox="1"/>
          <p:nvPr>
            <p:ph idx="14" type="subTitle"/>
          </p:nvPr>
        </p:nvSpPr>
        <p:spPr>
          <a:xfrm>
            <a:off x="2057625" y="4375725"/>
            <a:ext cx="1473900" cy="2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86" name="Google Shape;86;p7"/>
          <p:cNvSpPr txBox="1"/>
          <p:nvPr>
            <p:ph idx="15" type="subTitle"/>
          </p:nvPr>
        </p:nvSpPr>
        <p:spPr>
          <a:xfrm>
            <a:off x="5712200" y="4074126"/>
            <a:ext cx="15633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87" name="Google Shape;87;p7"/>
          <p:cNvSpPr txBox="1"/>
          <p:nvPr>
            <p:ph idx="16" type="subTitle"/>
          </p:nvPr>
        </p:nvSpPr>
        <p:spPr>
          <a:xfrm>
            <a:off x="5712200" y="4375725"/>
            <a:ext cx="1473900" cy="2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88" name="Google Shape;88;p7"/>
          <p:cNvSpPr txBox="1"/>
          <p:nvPr>
            <p:ph idx="17" type="subTitle"/>
          </p:nvPr>
        </p:nvSpPr>
        <p:spPr>
          <a:xfrm>
            <a:off x="7395575" y="4261301"/>
            <a:ext cx="15633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89" name="Google Shape;89;p7"/>
          <p:cNvSpPr txBox="1"/>
          <p:nvPr>
            <p:ph idx="18" type="subTitle"/>
          </p:nvPr>
        </p:nvSpPr>
        <p:spPr>
          <a:xfrm>
            <a:off x="7395575" y="4562900"/>
            <a:ext cx="1504200" cy="2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1">
  <p:cSld name="CUSTOM_21_1_1">
    <p:bg>
      <p:bgPr>
        <a:solidFill>
          <a:schemeClr val="accent5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8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92" name="Google Shape;92;p8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93" name="Google Shape;93;p8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main point">
  <p:cSld name="BLANK_1_1_1_1_1_1">
    <p:bg>
      <p:bgPr>
        <a:solidFill>
          <a:schemeClr val="accent5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9"/>
          <p:cNvPicPr preferRelativeResize="0"/>
          <p:nvPr/>
        </p:nvPicPr>
        <p:blipFill rotWithShape="1">
          <a:blip r:embed="rId2">
            <a:alphaModFix amt="10000"/>
          </a:blip>
          <a:srcRect b="720" l="1068" r="20" t="592"/>
          <a:stretch/>
        </p:blipFill>
        <p:spPr>
          <a:xfrm>
            <a:off x="277425" y="277650"/>
            <a:ext cx="8588100" cy="4582500"/>
          </a:xfrm>
          <a:prstGeom prst="roundRect">
            <a:avLst>
              <a:gd fmla="val 13460" name="adj"/>
            </a:avLst>
          </a:prstGeom>
          <a:noFill/>
          <a:ln>
            <a:noFill/>
          </a:ln>
        </p:spPr>
      </p:pic>
      <p:sp>
        <p:nvSpPr>
          <p:cNvPr id="97" name="Google Shape;97;p9"/>
          <p:cNvSpPr txBox="1"/>
          <p:nvPr>
            <p:ph type="title"/>
          </p:nvPr>
        </p:nvSpPr>
        <p:spPr>
          <a:xfrm>
            <a:off x="625375" y="2731850"/>
            <a:ext cx="4034400" cy="174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bg>
      <p:bgPr>
        <a:solidFill>
          <a:schemeClr val="accent5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0"/>
          <p:cNvSpPr txBox="1"/>
          <p:nvPr>
            <p:ph idx="1" type="subTitle"/>
          </p:nvPr>
        </p:nvSpPr>
        <p:spPr>
          <a:xfrm>
            <a:off x="4539825" y="3178291"/>
            <a:ext cx="4325700" cy="452700"/>
          </a:xfrm>
          <a:prstGeom prst="rect">
            <a:avLst/>
          </a:prstGeom>
        </p:spPr>
        <p:txBody>
          <a:bodyPr anchorCtr="0" anchor="b" bIns="91425" lIns="91425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01" name="Google Shape;101;p10"/>
          <p:cNvSpPr txBox="1"/>
          <p:nvPr>
            <p:ph idx="2" type="subTitle"/>
          </p:nvPr>
        </p:nvSpPr>
        <p:spPr>
          <a:xfrm>
            <a:off x="4539825" y="3792808"/>
            <a:ext cx="4325700" cy="452700"/>
          </a:xfrm>
          <a:prstGeom prst="rect">
            <a:avLst/>
          </a:prstGeom>
        </p:spPr>
        <p:txBody>
          <a:bodyPr anchorCtr="0" anchor="b" bIns="91425" lIns="91425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02" name="Google Shape;102;p10"/>
          <p:cNvSpPr txBox="1"/>
          <p:nvPr>
            <p:ph idx="3" type="subTitle"/>
          </p:nvPr>
        </p:nvSpPr>
        <p:spPr>
          <a:xfrm>
            <a:off x="4539825" y="4407325"/>
            <a:ext cx="4325700" cy="452700"/>
          </a:xfrm>
          <a:prstGeom prst="rect">
            <a:avLst/>
          </a:prstGeom>
        </p:spPr>
        <p:txBody>
          <a:bodyPr anchorCtr="0" anchor="b" bIns="91425" lIns="91425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03" name="Google Shape;103;p10"/>
          <p:cNvSpPr txBox="1"/>
          <p:nvPr>
            <p:ph type="title"/>
          </p:nvPr>
        </p:nvSpPr>
        <p:spPr>
          <a:xfrm>
            <a:off x="277425" y="2056225"/>
            <a:ext cx="3541500" cy="280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5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04" name="Google Shape;104;p10"/>
          <p:cNvSpPr txBox="1"/>
          <p:nvPr>
            <p:ph idx="4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05" name="Google Shape;105;p10"/>
          <p:cNvSpPr txBox="1"/>
          <p:nvPr>
            <p:ph idx="5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06" name="Google Shape;106;p10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1">
  <p:cSld name="CUSTOM_11">
    <p:bg>
      <p:bgPr>
        <a:solidFill>
          <a:schemeClr val="accent5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1"/>
          <p:cNvSpPr/>
          <p:nvPr>
            <p:ph idx="2" type="pic"/>
          </p:nvPr>
        </p:nvSpPr>
        <p:spPr>
          <a:xfrm>
            <a:off x="7480825" y="734600"/>
            <a:ext cx="1383900" cy="1660200"/>
          </a:xfrm>
          <a:prstGeom prst="roundRect">
            <a:avLst>
              <a:gd fmla="val 11646" name="adj"/>
            </a:avLst>
          </a:prstGeom>
          <a:noFill/>
          <a:ln>
            <a:noFill/>
          </a:ln>
        </p:spPr>
      </p:sp>
      <p:sp>
        <p:nvSpPr>
          <p:cNvPr id="109" name="Google Shape;109;p11"/>
          <p:cNvSpPr/>
          <p:nvPr>
            <p:ph idx="3" type="pic"/>
          </p:nvPr>
        </p:nvSpPr>
        <p:spPr>
          <a:xfrm>
            <a:off x="7480825" y="2521175"/>
            <a:ext cx="1383900" cy="1879200"/>
          </a:xfrm>
          <a:prstGeom prst="roundRect">
            <a:avLst>
              <a:gd fmla="val 11646" name="adj"/>
            </a:avLst>
          </a:prstGeom>
          <a:noFill/>
          <a:ln>
            <a:noFill/>
          </a:ln>
        </p:spPr>
      </p:sp>
      <p:sp>
        <p:nvSpPr>
          <p:cNvPr id="110" name="Google Shape;110;p11"/>
          <p:cNvSpPr/>
          <p:nvPr>
            <p:ph idx="4" type="pic"/>
          </p:nvPr>
        </p:nvSpPr>
        <p:spPr>
          <a:xfrm>
            <a:off x="4665550" y="850900"/>
            <a:ext cx="2589300" cy="3433200"/>
          </a:xfrm>
          <a:prstGeom prst="roundRect">
            <a:avLst>
              <a:gd fmla="val 6330" name="adj"/>
            </a:avLst>
          </a:prstGeom>
          <a:noFill/>
          <a:ln>
            <a:noFill/>
          </a:ln>
        </p:spPr>
      </p:sp>
      <p:sp>
        <p:nvSpPr>
          <p:cNvPr id="111" name="Google Shape;111;p11"/>
          <p:cNvSpPr txBox="1"/>
          <p:nvPr>
            <p:ph type="title"/>
          </p:nvPr>
        </p:nvSpPr>
        <p:spPr>
          <a:xfrm>
            <a:off x="277500" y="2344250"/>
            <a:ext cx="2820600" cy="1023600"/>
          </a:xfrm>
          <a:prstGeom prst="rect">
            <a:avLst/>
          </a:prstGeom>
        </p:spPr>
        <p:txBody>
          <a:bodyPr anchorCtr="0" anchor="b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12" name="Google Shape;112;p11"/>
          <p:cNvSpPr txBox="1"/>
          <p:nvPr>
            <p:ph idx="5" type="title"/>
          </p:nvPr>
        </p:nvSpPr>
        <p:spPr>
          <a:xfrm>
            <a:off x="277500" y="3422542"/>
            <a:ext cx="2820600" cy="1023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13" name="Google Shape;113;p11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14" name="Google Shape;114;p11"/>
          <p:cNvSpPr txBox="1"/>
          <p:nvPr>
            <p:ph idx="6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15" name="Google Shape;115;p11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2">
  <p:cSld name="CUSTOM_11_1">
    <p:bg>
      <p:bgPr>
        <a:solidFill>
          <a:schemeClr val="accent5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2"/>
          <p:cNvSpPr/>
          <p:nvPr/>
        </p:nvSpPr>
        <p:spPr>
          <a:xfrm>
            <a:off x="6107109" y="582300"/>
            <a:ext cx="2759400" cy="3586200"/>
          </a:xfrm>
          <a:prstGeom prst="roundRect">
            <a:avLst>
              <a:gd fmla="val 867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18" name="Google Shape;118;p12"/>
          <p:cNvSpPr/>
          <p:nvPr>
            <p:ph idx="2" type="pic"/>
          </p:nvPr>
        </p:nvSpPr>
        <p:spPr>
          <a:xfrm>
            <a:off x="6220309" y="696000"/>
            <a:ext cx="2532900" cy="3358800"/>
          </a:xfrm>
          <a:prstGeom prst="roundRect">
            <a:avLst>
              <a:gd fmla="val 7223" name="adj"/>
            </a:avLst>
          </a:prstGeom>
          <a:noFill/>
          <a:ln>
            <a:noFill/>
          </a:ln>
        </p:spPr>
      </p:sp>
      <p:sp>
        <p:nvSpPr>
          <p:cNvPr id="119" name="Google Shape;119;p12"/>
          <p:cNvSpPr txBox="1"/>
          <p:nvPr>
            <p:ph type="title"/>
          </p:nvPr>
        </p:nvSpPr>
        <p:spPr>
          <a:xfrm>
            <a:off x="277500" y="2344250"/>
            <a:ext cx="2820600" cy="1023600"/>
          </a:xfrm>
          <a:prstGeom prst="rect">
            <a:avLst/>
          </a:prstGeom>
        </p:spPr>
        <p:txBody>
          <a:bodyPr anchorCtr="0" anchor="b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20" name="Google Shape;120;p12"/>
          <p:cNvSpPr txBox="1"/>
          <p:nvPr>
            <p:ph idx="3" type="title"/>
          </p:nvPr>
        </p:nvSpPr>
        <p:spPr>
          <a:xfrm>
            <a:off x="277500" y="3422542"/>
            <a:ext cx="2820600" cy="1023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21" name="Google Shape;121;p12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22" name="Google Shape;122;p12"/>
          <p:cNvSpPr txBox="1"/>
          <p:nvPr>
            <p:ph idx="4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eature">
  <p:cSld name="CUSTOM_11_1_1">
    <p:bg>
      <p:bgPr>
        <a:solidFill>
          <a:schemeClr val="accent5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3"/>
          <p:cNvSpPr txBox="1"/>
          <p:nvPr>
            <p:ph type="title"/>
          </p:nvPr>
        </p:nvSpPr>
        <p:spPr>
          <a:xfrm>
            <a:off x="277500" y="2344250"/>
            <a:ext cx="2820600" cy="1023600"/>
          </a:xfrm>
          <a:prstGeom prst="rect">
            <a:avLst/>
          </a:prstGeom>
        </p:spPr>
        <p:txBody>
          <a:bodyPr anchorCtr="0" anchor="b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26" name="Google Shape;126;p13"/>
          <p:cNvSpPr txBox="1"/>
          <p:nvPr>
            <p:ph idx="2" type="title"/>
          </p:nvPr>
        </p:nvSpPr>
        <p:spPr>
          <a:xfrm>
            <a:off x="277500" y="3422542"/>
            <a:ext cx="2820600" cy="1023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27" name="Google Shape;127;p13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28" name="Google Shape;128;p13"/>
          <p:cNvSpPr txBox="1"/>
          <p:nvPr>
            <p:ph idx="3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29" name="Google Shape;129;p13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 - Alt 1">
  <p:cSld name="CUSTOM_12">
    <p:bg>
      <p:bgPr>
        <a:solidFill>
          <a:schemeClr val="accent5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4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132" name="Google Shape;132;p14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33" name="Google Shape;133;p14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34" name="Google Shape;134;p14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5" name="Google Shape;135;p14"/>
          <p:cNvSpPr txBox="1"/>
          <p:nvPr>
            <p:ph idx="3" type="body"/>
          </p:nvPr>
        </p:nvSpPr>
        <p:spPr>
          <a:xfrm>
            <a:off x="4956525" y="3571875"/>
            <a:ext cx="35850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36" name="Google Shape;136;p14"/>
          <p:cNvSpPr txBox="1"/>
          <p:nvPr>
            <p:ph idx="4" type="body"/>
          </p:nvPr>
        </p:nvSpPr>
        <p:spPr>
          <a:xfrm>
            <a:off x="389475" y="3571875"/>
            <a:ext cx="35850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37" name="Google Shape;137;p14"/>
          <p:cNvSpPr txBox="1"/>
          <p:nvPr>
            <p:ph idx="5" type="subTitle"/>
          </p:nvPr>
        </p:nvSpPr>
        <p:spPr>
          <a:xfrm>
            <a:off x="479925" y="2730150"/>
            <a:ext cx="3220500" cy="50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8" name="Google Shape;138;p14"/>
          <p:cNvSpPr txBox="1"/>
          <p:nvPr>
            <p:ph idx="6" type="subTitle"/>
          </p:nvPr>
        </p:nvSpPr>
        <p:spPr>
          <a:xfrm>
            <a:off x="4868275" y="2730150"/>
            <a:ext cx="3220500" cy="50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1">
  <p:cSld name="CUSTOM_13">
    <p:bg>
      <p:bgPr>
        <a:solidFill>
          <a:schemeClr val="accent5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"/>
          <p:cNvSpPr/>
          <p:nvPr>
            <p:ph idx="2" type="pic"/>
          </p:nvPr>
        </p:nvSpPr>
        <p:spPr>
          <a:xfrm>
            <a:off x="502800" y="2080575"/>
            <a:ext cx="603600" cy="603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41" name="Google Shape;141;p15"/>
          <p:cNvSpPr/>
          <p:nvPr>
            <p:ph idx="3" type="pic"/>
          </p:nvPr>
        </p:nvSpPr>
        <p:spPr>
          <a:xfrm>
            <a:off x="6334750" y="2080575"/>
            <a:ext cx="603600" cy="603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42" name="Google Shape;142;p15"/>
          <p:cNvSpPr/>
          <p:nvPr>
            <p:ph idx="4" type="pic"/>
          </p:nvPr>
        </p:nvSpPr>
        <p:spPr>
          <a:xfrm>
            <a:off x="3418775" y="2080550"/>
            <a:ext cx="603600" cy="603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43" name="Google Shape;143;p15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144" name="Google Shape;144;p15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45" name="Google Shape;145;p15"/>
          <p:cNvSpPr txBox="1"/>
          <p:nvPr>
            <p:ph idx="5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46" name="Google Shape;146;p15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7" name="Google Shape;147;p15"/>
          <p:cNvSpPr txBox="1"/>
          <p:nvPr>
            <p:ph idx="6" type="body"/>
          </p:nvPr>
        </p:nvSpPr>
        <p:spPr>
          <a:xfrm>
            <a:off x="480250" y="3608000"/>
            <a:ext cx="23865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48" name="Google Shape;148;p15"/>
          <p:cNvSpPr txBox="1"/>
          <p:nvPr>
            <p:ph idx="7" type="body"/>
          </p:nvPr>
        </p:nvSpPr>
        <p:spPr>
          <a:xfrm>
            <a:off x="3422476" y="3608000"/>
            <a:ext cx="23865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49" name="Google Shape;149;p15"/>
          <p:cNvSpPr txBox="1"/>
          <p:nvPr>
            <p:ph idx="8" type="body"/>
          </p:nvPr>
        </p:nvSpPr>
        <p:spPr>
          <a:xfrm>
            <a:off x="6326625" y="3608000"/>
            <a:ext cx="23172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50" name="Google Shape;150;p15"/>
          <p:cNvSpPr txBox="1"/>
          <p:nvPr>
            <p:ph idx="9" type="subTitle"/>
          </p:nvPr>
        </p:nvSpPr>
        <p:spPr>
          <a:xfrm>
            <a:off x="480251" y="2861025"/>
            <a:ext cx="2386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51" name="Google Shape;151;p15"/>
          <p:cNvSpPr txBox="1"/>
          <p:nvPr>
            <p:ph idx="13" type="subTitle"/>
          </p:nvPr>
        </p:nvSpPr>
        <p:spPr>
          <a:xfrm>
            <a:off x="3422476" y="2861025"/>
            <a:ext cx="2386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52" name="Google Shape;152;p15"/>
          <p:cNvSpPr txBox="1"/>
          <p:nvPr>
            <p:ph idx="14" type="subTitle"/>
          </p:nvPr>
        </p:nvSpPr>
        <p:spPr>
          <a:xfrm>
            <a:off x="6328801" y="2861025"/>
            <a:ext cx="2386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2">
  <p:cSld name="CUSTOM_13_1">
    <p:bg>
      <p:bgPr>
        <a:solidFill>
          <a:schemeClr val="accent5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6"/>
          <p:cNvSpPr/>
          <p:nvPr>
            <p:ph idx="2" type="pic"/>
          </p:nvPr>
        </p:nvSpPr>
        <p:spPr>
          <a:xfrm>
            <a:off x="4644850" y="1299225"/>
            <a:ext cx="1037700" cy="1056300"/>
          </a:xfrm>
          <a:prstGeom prst="roundRect">
            <a:avLst>
              <a:gd fmla="val 12807" name="adj"/>
            </a:avLst>
          </a:prstGeom>
          <a:noFill/>
          <a:ln>
            <a:noFill/>
          </a:ln>
        </p:spPr>
      </p:sp>
      <p:sp>
        <p:nvSpPr>
          <p:cNvPr id="155" name="Google Shape;155;p16"/>
          <p:cNvSpPr/>
          <p:nvPr>
            <p:ph idx="3" type="pic"/>
          </p:nvPr>
        </p:nvSpPr>
        <p:spPr>
          <a:xfrm>
            <a:off x="4644850" y="3642825"/>
            <a:ext cx="1037700" cy="1056300"/>
          </a:xfrm>
          <a:prstGeom prst="roundRect">
            <a:avLst>
              <a:gd fmla="val 12807" name="adj"/>
            </a:avLst>
          </a:prstGeom>
          <a:noFill/>
          <a:ln>
            <a:noFill/>
          </a:ln>
        </p:spPr>
      </p:sp>
      <p:sp>
        <p:nvSpPr>
          <p:cNvPr id="156" name="Google Shape;156;p16"/>
          <p:cNvSpPr/>
          <p:nvPr>
            <p:ph idx="4" type="pic"/>
          </p:nvPr>
        </p:nvSpPr>
        <p:spPr>
          <a:xfrm>
            <a:off x="7828875" y="2471025"/>
            <a:ext cx="1037700" cy="1056300"/>
          </a:xfrm>
          <a:prstGeom prst="roundRect">
            <a:avLst>
              <a:gd fmla="val 12807" name="adj"/>
            </a:avLst>
          </a:prstGeom>
          <a:noFill/>
          <a:ln>
            <a:noFill/>
          </a:ln>
        </p:spPr>
      </p:sp>
      <p:sp>
        <p:nvSpPr>
          <p:cNvPr id="157" name="Google Shape;157;p16"/>
          <p:cNvSpPr/>
          <p:nvPr>
            <p:ph idx="5" type="pic"/>
          </p:nvPr>
        </p:nvSpPr>
        <p:spPr>
          <a:xfrm>
            <a:off x="373175" y="1147525"/>
            <a:ext cx="3579900" cy="3607500"/>
          </a:xfrm>
          <a:prstGeom prst="roundRect">
            <a:avLst>
              <a:gd fmla="val 11548" name="adj"/>
            </a:avLst>
          </a:prstGeom>
          <a:noFill/>
          <a:ln>
            <a:noFill/>
          </a:ln>
        </p:spPr>
      </p:sp>
      <p:sp>
        <p:nvSpPr>
          <p:cNvPr id="158" name="Google Shape;158;p16"/>
          <p:cNvSpPr txBox="1"/>
          <p:nvPr>
            <p:ph type="title"/>
          </p:nvPr>
        </p:nvSpPr>
        <p:spPr>
          <a:xfrm>
            <a:off x="277500" y="416250"/>
            <a:ext cx="8589000" cy="6267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159" name="Google Shape;159;p16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60" name="Google Shape;160;p16"/>
          <p:cNvSpPr txBox="1"/>
          <p:nvPr>
            <p:ph idx="6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61" name="Google Shape;161;p16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2" name="Google Shape;162;p16"/>
          <p:cNvSpPr txBox="1"/>
          <p:nvPr>
            <p:ph idx="7" type="title"/>
          </p:nvPr>
        </p:nvSpPr>
        <p:spPr>
          <a:xfrm>
            <a:off x="6033800" y="1539375"/>
            <a:ext cx="2477400" cy="234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63" name="Google Shape;163;p16"/>
          <p:cNvSpPr txBox="1"/>
          <p:nvPr>
            <p:ph idx="8" type="title"/>
          </p:nvPr>
        </p:nvSpPr>
        <p:spPr>
          <a:xfrm>
            <a:off x="6033800" y="1808625"/>
            <a:ext cx="2832600" cy="525600"/>
          </a:xfrm>
          <a:prstGeom prst="rect">
            <a:avLst/>
          </a:prstGeom>
        </p:spPr>
        <p:txBody>
          <a:bodyPr anchorCtr="0" anchor="t" bIns="182875" lIns="0" spcFirstLastPara="1" rIns="18287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64" name="Google Shape;164;p16"/>
          <p:cNvSpPr txBox="1"/>
          <p:nvPr>
            <p:ph idx="9" type="title"/>
          </p:nvPr>
        </p:nvSpPr>
        <p:spPr>
          <a:xfrm>
            <a:off x="4869750" y="2711175"/>
            <a:ext cx="2477400" cy="234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65" name="Google Shape;165;p16"/>
          <p:cNvSpPr txBox="1"/>
          <p:nvPr>
            <p:ph idx="13" type="title"/>
          </p:nvPr>
        </p:nvSpPr>
        <p:spPr>
          <a:xfrm>
            <a:off x="4869750" y="2980425"/>
            <a:ext cx="2832600" cy="525600"/>
          </a:xfrm>
          <a:prstGeom prst="rect">
            <a:avLst/>
          </a:prstGeom>
        </p:spPr>
        <p:txBody>
          <a:bodyPr anchorCtr="0" anchor="t" bIns="182875" lIns="0" spcFirstLastPara="1" rIns="18287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66" name="Google Shape;166;p16"/>
          <p:cNvSpPr txBox="1"/>
          <p:nvPr>
            <p:ph idx="14" type="title"/>
          </p:nvPr>
        </p:nvSpPr>
        <p:spPr>
          <a:xfrm>
            <a:off x="6033800" y="3882975"/>
            <a:ext cx="2477400" cy="234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67" name="Google Shape;167;p16"/>
          <p:cNvSpPr txBox="1"/>
          <p:nvPr>
            <p:ph idx="15" type="title"/>
          </p:nvPr>
        </p:nvSpPr>
        <p:spPr>
          <a:xfrm>
            <a:off x="6033800" y="4152225"/>
            <a:ext cx="2832600" cy="525600"/>
          </a:xfrm>
          <a:prstGeom prst="rect">
            <a:avLst/>
          </a:prstGeom>
        </p:spPr>
        <p:txBody>
          <a:bodyPr anchorCtr="0" anchor="t" bIns="182875" lIns="0" spcFirstLastPara="1" rIns="18287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1">
  <p:cSld name="CUSTOM_14">
    <p:bg>
      <p:bgPr>
        <a:solidFill>
          <a:schemeClr val="accent5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7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170" name="Google Shape;170;p17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71" name="Google Shape;171;p17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72" name="Google Shape;172;p17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3" name="Google Shape;173;p17"/>
          <p:cNvSpPr txBox="1"/>
          <p:nvPr>
            <p:ph idx="3" type="body"/>
          </p:nvPr>
        </p:nvSpPr>
        <p:spPr>
          <a:xfrm>
            <a:off x="2266900" y="3184400"/>
            <a:ext cx="1304700" cy="1297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74" name="Google Shape;174;p17"/>
          <p:cNvSpPr txBox="1"/>
          <p:nvPr>
            <p:ph idx="4" type="body"/>
          </p:nvPr>
        </p:nvSpPr>
        <p:spPr>
          <a:xfrm>
            <a:off x="4006850" y="3184400"/>
            <a:ext cx="1304700" cy="1297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75" name="Google Shape;175;p17"/>
          <p:cNvSpPr txBox="1"/>
          <p:nvPr>
            <p:ph idx="5" type="body"/>
          </p:nvPr>
        </p:nvSpPr>
        <p:spPr>
          <a:xfrm>
            <a:off x="5748200" y="3184400"/>
            <a:ext cx="1304700" cy="1297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76" name="Google Shape;176;p17"/>
          <p:cNvSpPr txBox="1"/>
          <p:nvPr>
            <p:ph idx="6" type="body"/>
          </p:nvPr>
        </p:nvSpPr>
        <p:spPr>
          <a:xfrm>
            <a:off x="7450750" y="3184400"/>
            <a:ext cx="1304700" cy="1297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77" name="Google Shape;177;p17"/>
          <p:cNvSpPr txBox="1"/>
          <p:nvPr>
            <p:ph idx="7" type="subTitle"/>
          </p:nvPr>
        </p:nvSpPr>
        <p:spPr>
          <a:xfrm>
            <a:off x="2267000" y="2419500"/>
            <a:ext cx="1304700" cy="555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78" name="Google Shape;178;p17"/>
          <p:cNvSpPr txBox="1"/>
          <p:nvPr>
            <p:ph idx="8" type="subTitle"/>
          </p:nvPr>
        </p:nvSpPr>
        <p:spPr>
          <a:xfrm>
            <a:off x="4006850" y="2419500"/>
            <a:ext cx="1304700" cy="555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79" name="Google Shape;179;p17"/>
          <p:cNvSpPr txBox="1"/>
          <p:nvPr>
            <p:ph idx="9" type="subTitle"/>
          </p:nvPr>
        </p:nvSpPr>
        <p:spPr>
          <a:xfrm>
            <a:off x="5747500" y="2419500"/>
            <a:ext cx="1304700" cy="555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80" name="Google Shape;180;p17"/>
          <p:cNvSpPr txBox="1"/>
          <p:nvPr>
            <p:ph idx="13" type="subTitle"/>
          </p:nvPr>
        </p:nvSpPr>
        <p:spPr>
          <a:xfrm>
            <a:off x="7488850" y="2419500"/>
            <a:ext cx="1304700" cy="555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and image">
  <p:cSld name="CUSTOM_15">
    <p:bg>
      <p:bgPr>
        <a:solidFill>
          <a:schemeClr val="accent5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8"/>
          <p:cNvSpPr txBox="1"/>
          <p:nvPr>
            <p:ph type="title"/>
          </p:nvPr>
        </p:nvSpPr>
        <p:spPr>
          <a:xfrm>
            <a:off x="5321925" y="506100"/>
            <a:ext cx="3544500" cy="5793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83" name="Google Shape;183;p18"/>
          <p:cNvSpPr/>
          <p:nvPr>
            <p:ph idx="2" type="pic"/>
          </p:nvPr>
        </p:nvSpPr>
        <p:spPr>
          <a:xfrm>
            <a:off x="392100" y="411300"/>
            <a:ext cx="4297500" cy="4333200"/>
          </a:xfrm>
          <a:prstGeom prst="roundRect">
            <a:avLst>
              <a:gd fmla="val 12298" name="adj"/>
            </a:avLst>
          </a:prstGeom>
          <a:noFill/>
          <a:ln>
            <a:noFill/>
          </a:ln>
        </p:spPr>
      </p:sp>
      <p:sp>
        <p:nvSpPr>
          <p:cNvPr id="184" name="Google Shape;184;p18"/>
          <p:cNvSpPr txBox="1"/>
          <p:nvPr>
            <p:ph idx="1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85" name="Google Shape;185;p18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storyboards ">
  <p:cSld name="CUSTOM_17_1">
    <p:bg>
      <p:bgPr>
        <a:solidFill>
          <a:schemeClr val="accent5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9"/>
          <p:cNvSpPr txBox="1"/>
          <p:nvPr>
            <p:ph idx="1" type="subTitle"/>
          </p:nvPr>
        </p:nvSpPr>
        <p:spPr>
          <a:xfrm>
            <a:off x="277500" y="4025940"/>
            <a:ext cx="1759200" cy="290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1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88" name="Google Shape;188;p19"/>
          <p:cNvSpPr/>
          <p:nvPr>
            <p:ph idx="2" type="pic"/>
          </p:nvPr>
        </p:nvSpPr>
        <p:spPr>
          <a:xfrm>
            <a:off x="289100" y="1685250"/>
            <a:ext cx="1751100" cy="1773000"/>
          </a:xfrm>
          <a:prstGeom prst="roundRect">
            <a:avLst>
              <a:gd fmla="val 11894" name="adj"/>
            </a:avLst>
          </a:prstGeom>
          <a:noFill/>
          <a:ln>
            <a:noFill/>
          </a:ln>
        </p:spPr>
      </p:sp>
      <p:sp>
        <p:nvSpPr>
          <p:cNvPr id="189" name="Google Shape;189;p19"/>
          <p:cNvSpPr/>
          <p:nvPr>
            <p:ph idx="3" type="pic"/>
          </p:nvPr>
        </p:nvSpPr>
        <p:spPr>
          <a:xfrm>
            <a:off x="2152200" y="1685250"/>
            <a:ext cx="1751100" cy="1773000"/>
          </a:xfrm>
          <a:prstGeom prst="roundRect">
            <a:avLst>
              <a:gd fmla="val 11894" name="adj"/>
            </a:avLst>
          </a:prstGeom>
          <a:noFill/>
          <a:ln>
            <a:noFill/>
          </a:ln>
        </p:spPr>
      </p:sp>
      <p:sp>
        <p:nvSpPr>
          <p:cNvPr id="190" name="Google Shape;190;p19"/>
          <p:cNvSpPr/>
          <p:nvPr>
            <p:ph idx="4" type="pic"/>
          </p:nvPr>
        </p:nvSpPr>
        <p:spPr>
          <a:xfrm>
            <a:off x="4015300" y="1685250"/>
            <a:ext cx="1751100" cy="1773000"/>
          </a:xfrm>
          <a:prstGeom prst="roundRect">
            <a:avLst>
              <a:gd fmla="val 11894" name="adj"/>
            </a:avLst>
          </a:prstGeom>
          <a:noFill/>
          <a:ln>
            <a:noFill/>
          </a:ln>
        </p:spPr>
      </p:sp>
      <p:sp>
        <p:nvSpPr>
          <p:cNvPr id="191" name="Google Shape;191;p19"/>
          <p:cNvSpPr/>
          <p:nvPr>
            <p:ph idx="5" type="pic"/>
          </p:nvPr>
        </p:nvSpPr>
        <p:spPr>
          <a:xfrm>
            <a:off x="5866250" y="1685250"/>
            <a:ext cx="1751100" cy="1773000"/>
          </a:xfrm>
          <a:prstGeom prst="roundRect">
            <a:avLst>
              <a:gd fmla="val 11894" name="adj"/>
            </a:avLst>
          </a:prstGeom>
          <a:noFill/>
          <a:ln>
            <a:noFill/>
          </a:ln>
        </p:spPr>
      </p:sp>
      <p:sp>
        <p:nvSpPr>
          <p:cNvPr id="192" name="Google Shape;192;p19"/>
          <p:cNvSpPr txBox="1"/>
          <p:nvPr>
            <p:ph idx="6" type="body"/>
          </p:nvPr>
        </p:nvSpPr>
        <p:spPr>
          <a:xfrm>
            <a:off x="277500" y="4361380"/>
            <a:ext cx="17592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800"/>
            </a:lvl1pPr>
            <a:lvl2pPr indent="-28575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93" name="Google Shape;193;p19"/>
          <p:cNvSpPr txBox="1"/>
          <p:nvPr>
            <p:ph idx="7" type="subTitle"/>
          </p:nvPr>
        </p:nvSpPr>
        <p:spPr>
          <a:xfrm>
            <a:off x="2148150" y="4025940"/>
            <a:ext cx="1759200" cy="290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1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94" name="Google Shape;194;p19"/>
          <p:cNvSpPr txBox="1"/>
          <p:nvPr>
            <p:ph idx="8" type="body"/>
          </p:nvPr>
        </p:nvSpPr>
        <p:spPr>
          <a:xfrm>
            <a:off x="2148150" y="4361380"/>
            <a:ext cx="17592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800"/>
            </a:lvl1pPr>
            <a:lvl2pPr indent="-28575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900"/>
              <a:buChar char="■"/>
              <a:defRPr sz="900"/>
            </a:lvl9pPr>
          </a:lstStyle>
          <a:p/>
        </p:txBody>
      </p:sp>
      <p:sp>
        <p:nvSpPr>
          <p:cNvPr id="195" name="Google Shape;195;p19"/>
          <p:cNvSpPr txBox="1"/>
          <p:nvPr>
            <p:ph idx="9" type="subTitle"/>
          </p:nvPr>
        </p:nvSpPr>
        <p:spPr>
          <a:xfrm>
            <a:off x="4018800" y="4025940"/>
            <a:ext cx="1759200" cy="290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1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96" name="Google Shape;196;p19"/>
          <p:cNvSpPr txBox="1"/>
          <p:nvPr>
            <p:ph idx="13" type="body"/>
          </p:nvPr>
        </p:nvSpPr>
        <p:spPr>
          <a:xfrm>
            <a:off x="4018800" y="4361380"/>
            <a:ext cx="17592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800"/>
            </a:lvl1pPr>
            <a:lvl2pPr indent="-28575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900"/>
              <a:buChar char="■"/>
              <a:defRPr sz="900"/>
            </a:lvl9pPr>
          </a:lstStyle>
          <a:p/>
        </p:txBody>
      </p:sp>
      <p:sp>
        <p:nvSpPr>
          <p:cNvPr id="197" name="Google Shape;197;p19"/>
          <p:cNvSpPr txBox="1"/>
          <p:nvPr>
            <p:ph idx="14" type="subTitle"/>
          </p:nvPr>
        </p:nvSpPr>
        <p:spPr>
          <a:xfrm>
            <a:off x="5853650" y="4025940"/>
            <a:ext cx="1759200" cy="290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1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98" name="Google Shape;198;p19"/>
          <p:cNvSpPr txBox="1"/>
          <p:nvPr>
            <p:ph idx="15" type="body"/>
          </p:nvPr>
        </p:nvSpPr>
        <p:spPr>
          <a:xfrm>
            <a:off x="5853650" y="4361380"/>
            <a:ext cx="17592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800"/>
            </a:lvl1pPr>
            <a:lvl2pPr indent="-28575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900"/>
              <a:buChar char="■"/>
              <a:defRPr sz="900"/>
            </a:lvl9pPr>
          </a:lstStyle>
          <a:p/>
        </p:txBody>
      </p:sp>
      <p:sp>
        <p:nvSpPr>
          <p:cNvPr id="199" name="Google Shape;199;p19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200" name="Google Shape;200;p19"/>
          <p:cNvSpPr txBox="1"/>
          <p:nvPr>
            <p:ph idx="16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01" name="Google Shape;201;p19"/>
          <p:cNvSpPr txBox="1"/>
          <p:nvPr>
            <p:ph idx="17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02" name="Google Shape;202;p19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 - Alt 1">
  <p:cSld name="BLANK_1_1_1_1_1_1_1_1_1_1_1_1_1_1_1_1">
    <p:bg>
      <p:bgPr>
        <a:solidFill>
          <a:schemeClr val="accent5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0"/>
          <p:cNvSpPr/>
          <p:nvPr>
            <p:ph idx="2" type="pic"/>
          </p:nvPr>
        </p:nvSpPr>
        <p:spPr>
          <a:xfrm>
            <a:off x="392100" y="411300"/>
            <a:ext cx="4915800" cy="4333200"/>
          </a:xfrm>
          <a:prstGeom prst="roundRect">
            <a:avLst>
              <a:gd fmla="val 11160" name="adj"/>
            </a:avLst>
          </a:prstGeom>
          <a:noFill/>
          <a:ln>
            <a:noFill/>
          </a:ln>
        </p:spPr>
      </p:sp>
      <p:sp>
        <p:nvSpPr>
          <p:cNvPr id="205" name="Google Shape;205;p20"/>
          <p:cNvSpPr txBox="1"/>
          <p:nvPr>
            <p:ph type="title"/>
          </p:nvPr>
        </p:nvSpPr>
        <p:spPr>
          <a:xfrm>
            <a:off x="6045100" y="2344250"/>
            <a:ext cx="2820600" cy="1023600"/>
          </a:xfrm>
          <a:prstGeom prst="rect">
            <a:avLst/>
          </a:prstGeom>
        </p:spPr>
        <p:txBody>
          <a:bodyPr anchorCtr="0" anchor="b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06" name="Google Shape;206;p20"/>
          <p:cNvSpPr txBox="1"/>
          <p:nvPr>
            <p:ph idx="3" type="title"/>
          </p:nvPr>
        </p:nvSpPr>
        <p:spPr>
          <a:xfrm>
            <a:off x="6045100" y="3422542"/>
            <a:ext cx="2820600" cy="1023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07" name="Google Shape;207;p20"/>
          <p:cNvSpPr txBox="1"/>
          <p:nvPr>
            <p:ph idx="1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08" name="Google Shape;208;p20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2653">
          <p15:clr>
            <a:srgbClr val="E46962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etitor characteristics">
  <p:cSld name="CUSTOM_19_2">
    <p:bg>
      <p:bgPr>
        <a:solidFill>
          <a:schemeClr val="accent5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1"/>
          <p:cNvSpPr/>
          <p:nvPr/>
        </p:nvSpPr>
        <p:spPr>
          <a:xfrm>
            <a:off x="6766675" y="282250"/>
            <a:ext cx="2099700" cy="3008100"/>
          </a:xfrm>
          <a:prstGeom prst="roundRect">
            <a:avLst>
              <a:gd fmla="val 11954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11" name="Google Shape;211;p21"/>
          <p:cNvSpPr/>
          <p:nvPr/>
        </p:nvSpPr>
        <p:spPr>
          <a:xfrm>
            <a:off x="277425" y="3414025"/>
            <a:ext cx="3513600" cy="1447800"/>
          </a:xfrm>
          <a:prstGeom prst="roundRect">
            <a:avLst>
              <a:gd fmla="val 1567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12" name="Google Shape;212;p21"/>
          <p:cNvSpPr/>
          <p:nvPr/>
        </p:nvSpPr>
        <p:spPr>
          <a:xfrm>
            <a:off x="5298000" y="1843500"/>
            <a:ext cx="1350600" cy="1447800"/>
          </a:xfrm>
          <a:prstGeom prst="roundRect">
            <a:avLst>
              <a:gd fmla="val 20704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 sz="1700">
              <a:solidFill>
                <a:schemeClr val="lt2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13" name="Google Shape;213;p21"/>
          <p:cNvSpPr/>
          <p:nvPr/>
        </p:nvSpPr>
        <p:spPr>
          <a:xfrm rot="-5400000">
            <a:off x="5577475" y="2049100"/>
            <a:ext cx="566700" cy="867300"/>
          </a:xfrm>
          <a:prstGeom prst="round2SameRect">
            <a:avLst>
              <a:gd fmla="val 49749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14" name="Google Shape;214;p21"/>
          <p:cNvSpPr/>
          <p:nvPr/>
        </p:nvSpPr>
        <p:spPr>
          <a:xfrm>
            <a:off x="5426850" y="2194075"/>
            <a:ext cx="1092900" cy="5736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lt2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15" name="Google Shape;215;p21"/>
          <p:cNvSpPr/>
          <p:nvPr>
            <p:ph idx="2" type="pic"/>
          </p:nvPr>
        </p:nvSpPr>
        <p:spPr>
          <a:xfrm>
            <a:off x="3910200" y="3408075"/>
            <a:ext cx="3486300" cy="1447800"/>
          </a:xfrm>
          <a:prstGeom prst="roundRect">
            <a:avLst>
              <a:gd fmla="val 16397" name="adj"/>
            </a:avLst>
          </a:prstGeom>
          <a:noFill/>
          <a:ln>
            <a:noFill/>
          </a:ln>
        </p:spPr>
      </p:sp>
      <p:sp>
        <p:nvSpPr>
          <p:cNvPr id="216" name="Google Shape;216;p21"/>
          <p:cNvSpPr/>
          <p:nvPr>
            <p:ph idx="3" type="pic"/>
          </p:nvPr>
        </p:nvSpPr>
        <p:spPr>
          <a:xfrm>
            <a:off x="277500" y="277500"/>
            <a:ext cx="2765700" cy="3013800"/>
          </a:xfrm>
          <a:prstGeom prst="roundRect">
            <a:avLst>
              <a:gd fmla="val 8721" name="adj"/>
            </a:avLst>
          </a:prstGeom>
          <a:noFill/>
          <a:ln>
            <a:noFill/>
          </a:ln>
        </p:spPr>
      </p:sp>
      <p:sp>
        <p:nvSpPr>
          <p:cNvPr id="217" name="Google Shape;217;p21"/>
          <p:cNvSpPr/>
          <p:nvPr>
            <p:ph idx="4" type="pic"/>
          </p:nvPr>
        </p:nvSpPr>
        <p:spPr>
          <a:xfrm>
            <a:off x="3161225" y="277500"/>
            <a:ext cx="1350600" cy="1447800"/>
          </a:xfrm>
          <a:prstGeom prst="roundRect">
            <a:avLst>
              <a:gd fmla="val 15267" name="adj"/>
            </a:avLst>
          </a:prstGeom>
          <a:noFill/>
          <a:ln>
            <a:noFill/>
          </a:ln>
        </p:spPr>
      </p:sp>
      <p:sp>
        <p:nvSpPr>
          <p:cNvPr id="218" name="Google Shape;218;p21"/>
          <p:cNvSpPr/>
          <p:nvPr>
            <p:ph idx="5" type="pic"/>
          </p:nvPr>
        </p:nvSpPr>
        <p:spPr>
          <a:xfrm>
            <a:off x="6883575" y="399550"/>
            <a:ext cx="1866000" cy="2775000"/>
          </a:xfrm>
          <a:prstGeom prst="roundRect">
            <a:avLst>
              <a:gd fmla="val 9097" name="adj"/>
            </a:avLst>
          </a:prstGeom>
          <a:noFill/>
          <a:ln>
            <a:noFill/>
          </a:ln>
        </p:spPr>
      </p:sp>
      <p:sp>
        <p:nvSpPr>
          <p:cNvPr id="219" name="Google Shape;219;p21"/>
          <p:cNvSpPr/>
          <p:nvPr>
            <p:ph idx="6" type="pic"/>
          </p:nvPr>
        </p:nvSpPr>
        <p:spPr>
          <a:xfrm>
            <a:off x="7516025" y="3407700"/>
            <a:ext cx="1350600" cy="1447800"/>
          </a:xfrm>
          <a:prstGeom prst="roundRect">
            <a:avLst>
              <a:gd fmla="val 16397" name="adj"/>
            </a:avLst>
          </a:prstGeom>
          <a:noFill/>
          <a:ln>
            <a:noFill/>
          </a:ln>
        </p:spPr>
      </p:sp>
      <p:sp>
        <p:nvSpPr>
          <p:cNvPr id="220" name="Google Shape;220;p21"/>
          <p:cNvSpPr/>
          <p:nvPr>
            <p:ph idx="7" type="pic"/>
          </p:nvPr>
        </p:nvSpPr>
        <p:spPr>
          <a:xfrm>
            <a:off x="394425" y="3528475"/>
            <a:ext cx="3279600" cy="1218900"/>
          </a:xfrm>
          <a:prstGeom prst="roundRect">
            <a:avLst>
              <a:gd fmla="val 11412" name="adj"/>
            </a:avLst>
          </a:prstGeom>
          <a:noFill/>
          <a:ln>
            <a:noFill/>
          </a:ln>
        </p:spPr>
      </p:sp>
      <p:sp>
        <p:nvSpPr>
          <p:cNvPr id="221" name="Google Shape;221;p21"/>
          <p:cNvSpPr/>
          <p:nvPr/>
        </p:nvSpPr>
        <p:spPr>
          <a:xfrm>
            <a:off x="3161225" y="1842600"/>
            <a:ext cx="2018700" cy="14478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22" name="Google Shape;222;p21"/>
          <p:cNvSpPr/>
          <p:nvPr/>
        </p:nvSpPr>
        <p:spPr>
          <a:xfrm>
            <a:off x="4629850" y="279301"/>
            <a:ext cx="2018700" cy="1447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cxnSp>
        <p:nvCxnSpPr>
          <p:cNvPr id="223" name="Google Shape;223;p21"/>
          <p:cNvCxnSpPr>
            <a:stCxn id="221" idx="1"/>
            <a:endCxn id="221" idx="3"/>
          </p:cNvCxnSpPr>
          <p:nvPr/>
        </p:nvCxnSpPr>
        <p:spPr>
          <a:xfrm>
            <a:off x="3161225" y="2566500"/>
            <a:ext cx="20187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4" name="Google Shape;224;p21"/>
          <p:cNvSpPr txBox="1"/>
          <p:nvPr>
            <p:ph idx="1" type="subTitle"/>
          </p:nvPr>
        </p:nvSpPr>
        <p:spPr>
          <a:xfrm>
            <a:off x="394425" y="4055150"/>
            <a:ext cx="3279600" cy="573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25" name="Google Shape;225;p21"/>
          <p:cNvSpPr txBox="1"/>
          <p:nvPr>
            <p:ph idx="8" type="subTitle"/>
          </p:nvPr>
        </p:nvSpPr>
        <p:spPr>
          <a:xfrm>
            <a:off x="6883575" y="605875"/>
            <a:ext cx="1866000" cy="5736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26" name="Google Shape;226;p21"/>
          <p:cNvSpPr txBox="1"/>
          <p:nvPr>
            <p:ph idx="9" type="subTitle"/>
          </p:nvPr>
        </p:nvSpPr>
        <p:spPr>
          <a:xfrm>
            <a:off x="3910200" y="3779175"/>
            <a:ext cx="3486300" cy="7056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27" name="Google Shape;227;p21"/>
          <p:cNvSpPr txBox="1"/>
          <p:nvPr>
            <p:ph idx="13" type="subTitle"/>
          </p:nvPr>
        </p:nvSpPr>
        <p:spPr>
          <a:xfrm>
            <a:off x="291075" y="2571750"/>
            <a:ext cx="2765700" cy="705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28" name="Google Shape;228;p21"/>
          <p:cNvSpPr txBox="1"/>
          <p:nvPr>
            <p:ph idx="14" type="subTitle"/>
          </p:nvPr>
        </p:nvSpPr>
        <p:spPr>
          <a:xfrm>
            <a:off x="4629850" y="694401"/>
            <a:ext cx="2018700" cy="5667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29" name="Google Shape;229;p21"/>
          <p:cNvSpPr txBox="1"/>
          <p:nvPr>
            <p:ph idx="15" type="subTitle"/>
          </p:nvPr>
        </p:nvSpPr>
        <p:spPr>
          <a:xfrm>
            <a:off x="4629900" y="1390480"/>
            <a:ext cx="2018700" cy="224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 u="sng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30" name="Google Shape;230;p21"/>
          <p:cNvSpPr txBox="1"/>
          <p:nvPr>
            <p:ph idx="16" type="subTitle"/>
          </p:nvPr>
        </p:nvSpPr>
        <p:spPr>
          <a:xfrm>
            <a:off x="3596775" y="2292000"/>
            <a:ext cx="1507500" cy="224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31" name="Google Shape;231;p21"/>
          <p:cNvSpPr txBox="1"/>
          <p:nvPr>
            <p:ph idx="17" type="subTitle"/>
          </p:nvPr>
        </p:nvSpPr>
        <p:spPr>
          <a:xfrm>
            <a:off x="3596775" y="2997350"/>
            <a:ext cx="1507500" cy="224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32" name="Google Shape;232;p21"/>
          <p:cNvSpPr txBox="1"/>
          <p:nvPr>
            <p:ph idx="18" type="subTitle"/>
          </p:nvPr>
        </p:nvSpPr>
        <p:spPr>
          <a:xfrm>
            <a:off x="3596675" y="1934500"/>
            <a:ext cx="1507500" cy="357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33" name="Google Shape;233;p21"/>
          <p:cNvSpPr txBox="1"/>
          <p:nvPr>
            <p:ph idx="19" type="subTitle"/>
          </p:nvPr>
        </p:nvSpPr>
        <p:spPr>
          <a:xfrm>
            <a:off x="3596775" y="2618213"/>
            <a:ext cx="1507500" cy="357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34" name="Google Shape;234;p21"/>
          <p:cNvSpPr txBox="1"/>
          <p:nvPr>
            <p:ph idx="20" type="subTitle"/>
          </p:nvPr>
        </p:nvSpPr>
        <p:spPr>
          <a:xfrm>
            <a:off x="5297950" y="2885600"/>
            <a:ext cx="1350600" cy="2889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 u="sng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35" name="Google Shape;235;p21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6" name="Google Shape;236;p21"/>
          <p:cNvSpPr txBox="1"/>
          <p:nvPr>
            <p:ph idx="21" type="subTitle"/>
          </p:nvPr>
        </p:nvSpPr>
        <p:spPr>
          <a:xfrm>
            <a:off x="5426775" y="2214775"/>
            <a:ext cx="1092900" cy="56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images with description">
  <p:cSld name="CUSTOM_19_1_1_1">
    <p:bg>
      <p:bgPr>
        <a:solidFill>
          <a:schemeClr val="accent5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2"/>
          <p:cNvSpPr/>
          <p:nvPr>
            <p:ph idx="2" type="pic"/>
          </p:nvPr>
        </p:nvSpPr>
        <p:spPr>
          <a:xfrm>
            <a:off x="2021325" y="1854425"/>
            <a:ext cx="1679100" cy="3013800"/>
          </a:xfrm>
          <a:prstGeom prst="roundRect">
            <a:avLst>
              <a:gd fmla="val 13643" name="adj"/>
            </a:avLst>
          </a:prstGeom>
          <a:noFill/>
          <a:ln>
            <a:noFill/>
          </a:ln>
        </p:spPr>
      </p:sp>
      <p:sp>
        <p:nvSpPr>
          <p:cNvPr id="239" name="Google Shape;239;p22"/>
          <p:cNvSpPr/>
          <p:nvPr>
            <p:ph idx="3" type="pic"/>
          </p:nvPr>
        </p:nvSpPr>
        <p:spPr>
          <a:xfrm>
            <a:off x="5444400" y="1854425"/>
            <a:ext cx="1679100" cy="3013800"/>
          </a:xfrm>
          <a:prstGeom prst="roundRect">
            <a:avLst>
              <a:gd fmla="val 13643" name="adj"/>
            </a:avLst>
          </a:prstGeom>
          <a:noFill/>
          <a:ln>
            <a:noFill/>
          </a:ln>
        </p:spPr>
      </p:sp>
      <p:sp>
        <p:nvSpPr>
          <p:cNvPr id="240" name="Google Shape;240;p22"/>
          <p:cNvSpPr txBox="1"/>
          <p:nvPr>
            <p:ph idx="1" type="subTitle"/>
          </p:nvPr>
        </p:nvSpPr>
        <p:spPr>
          <a:xfrm>
            <a:off x="3700500" y="3326350"/>
            <a:ext cx="1743900" cy="453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41" name="Google Shape;241;p22"/>
          <p:cNvSpPr txBox="1"/>
          <p:nvPr>
            <p:ph idx="4" type="body"/>
          </p:nvPr>
        </p:nvSpPr>
        <p:spPr>
          <a:xfrm>
            <a:off x="3700500" y="3850823"/>
            <a:ext cx="1743900" cy="9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42" name="Google Shape;242;p22"/>
          <p:cNvSpPr txBox="1"/>
          <p:nvPr>
            <p:ph idx="5" type="subTitle"/>
          </p:nvPr>
        </p:nvSpPr>
        <p:spPr>
          <a:xfrm>
            <a:off x="7123575" y="3326350"/>
            <a:ext cx="1743900" cy="453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43" name="Google Shape;243;p22"/>
          <p:cNvSpPr txBox="1"/>
          <p:nvPr>
            <p:ph idx="6" type="body"/>
          </p:nvPr>
        </p:nvSpPr>
        <p:spPr>
          <a:xfrm>
            <a:off x="7123575" y="3850823"/>
            <a:ext cx="1743900" cy="9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44" name="Google Shape;244;p22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245" name="Google Shape;245;p22"/>
          <p:cNvSpPr txBox="1"/>
          <p:nvPr>
            <p:ph idx="7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46" name="Google Shape;246;p22"/>
          <p:cNvSpPr txBox="1"/>
          <p:nvPr>
            <p:ph idx="8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47" name="Google Shape;247;p22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/>
        </p:txBody>
      </p:sp>
      <p:sp>
        <p:nvSpPr>
          <p:cNvPr id="250" name="Google Shape;250;p2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5" name="Google Shape;255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8" name="Google Shape;258;p2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59" name="Google Shape;259;p2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264" name="Google Shape;264;p2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/>
        </p:txBody>
      </p:sp>
      <p:sp>
        <p:nvSpPr>
          <p:cNvPr id="269" name="Google Shape;269;p3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70" name="Google Shape;270;p3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>
            <a:r>
              <a:t>xx%</a:t>
            </a:r>
          </a:p>
        </p:txBody>
      </p:sp>
      <p:sp>
        <p:nvSpPr>
          <p:cNvPr id="275" name="Google Shape;275;p3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4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9" name="Google Shape;279;p34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0" name="Google Shape;280;p34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1" name="Google Shape;281;p34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2" name="Google Shape;282;p34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3" name="Google Shape;283;p34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4" name="Google Shape;284;p34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87" name="Google Shape;287;p35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88" name="Google Shape;288;p35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291" name="Google Shape;291;p36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92" name="Google Shape;292;p36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93" name="Google Shape;293;p36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4" name="Google Shape;294;p36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7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97" name="Google Shape;297;p37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98" name="Google Shape;298;p3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299" name="Google Shape;299;p37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0" name="Google Shape;300;p37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1" name="Google Shape;301;p37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2" name="Google Shape;302;p37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8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5" name="Google Shape;305;p38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6" name="Google Shape;306;p38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7" name="Google Shape;307;p38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8" name="Google Shape;308;p38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309" name="Google Shape;309;p38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0" name="Google Shape;310;p38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1" name="Google Shape;311;p38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2" name="Google Shape;312;p38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15" name="Google Shape;315;p39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0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8" name="Google Shape;318;p40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19" name="Google Shape;319;p40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20" name="Google Shape;320;p40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21" name="Google Shape;321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22" name="Google Shape;322;p40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23" name="Google Shape;323;p40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41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26" name="Google Shape;326;p41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27" name="Google Shape;327;p41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28" name="Google Shape;328;p41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29" name="Google Shape;329;p41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30" name="Google Shape;330;p41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1" name="Google Shape;331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32" name="Google Shape;332;p41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33" name="Google Shape;333;p41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34" name="Google Shape;334;p41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2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3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39" name="Google Shape;339;p43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0" name="Google Shape;340;p43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1" name="Google Shape;341;p43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2" name="Google Shape;342;p43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3" name="Google Shape;343;p43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4" name="Google Shape;344;p43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45" name="Google Shape;345;p43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6" name="Google Shape;346;p43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7" name="Google Shape;347;p43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4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54" name="Google Shape;354;p4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55" name="Google Shape;355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4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58" name="Google Shape;358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1" name="Google Shape;361;p4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62" name="Google Shape;362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5" name="Google Shape;365;p4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6" name="Google Shape;366;p4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7" name="Google Shape;367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0" name="Google Shape;370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5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3" name="Google Shape;373;p5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4" name="Google Shape;374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5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7" name="Google Shape;377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5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5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1" name="Google Shape;381;p5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82" name="Google Shape;382;p5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83" name="Google Shape;383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5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386" name="Google Shape;386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5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89" name="Google Shape;389;p5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90" name="Google Shape;390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efad4e2ac8_6_0)">
  <p:cSld name="Generated (g3efad4e2ac8_6_0)"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43" Type="http://schemas.openxmlformats.org/officeDocument/2006/relationships/theme" Target="../theme/theme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slideLayout" Target="../slideLayouts/slideLayout44.xml"/><Relationship Id="rId3" Type="http://schemas.openxmlformats.org/officeDocument/2006/relationships/slideLayout" Target="../slideLayouts/slideLayout45.xml"/><Relationship Id="rId4" Type="http://schemas.openxmlformats.org/officeDocument/2006/relationships/slideLayout" Target="../slideLayouts/slideLayout46.xml"/><Relationship Id="rId9" Type="http://schemas.openxmlformats.org/officeDocument/2006/relationships/slideLayout" Target="../slideLayouts/slideLayout51.xml"/><Relationship Id="rId5" Type="http://schemas.openxmlformats.org/officeDocument/2006/relationships/slideLayout" Target="../slideLayouts/slideLayout47.xml"/><Relationship Id="rId6" Type="http://schemas.openxmlformats.org/officeDocument/2006/relationships/slideLayout" Target="../slideLayouts/slideLayout48.xml"/><Relationship Id="rId7" Type="http://schemas.openxmlformats.org/officeDocument/2006/relationships/slideLayout" Target="../slideLayouts/slideLayout49.xml"/><Relationship Id="rId8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2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5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84850" y="2001325"/>
            <a:ext cx="4088100" cy="24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75">
          <p15:clr>
            <a:srgbClr val="E46962"/>
          </p15:clr>
        </p15:guide>
        <p15:guide id="2" orient="horz" pos="3061">
          <p15:clr>
            <a:srgbClr val="E46962"/>
          </p15:clr>
        </p15:guide>
        <p15:guide id="3" orient="horz" pos="175">
          <p15:clr>
            <a:srgbClr val="E46962"/>
          </p15:clr>
        </p15:guide>
        <p15:guide id="4" pos="5585">
          <p15:clr>
            <a:srgbClr val="E46962"/>
          </p15:clr>
        </p15:guide>
        <p15:guide id="5" orient="horz" pos="1620">
          <p15:clr>
            <a:srgbClr val="E46962"/>
          </p15:clr>
        </p15:guide>
        <p15:guide id="6" pos="2880">
          <p15:clr>
            <a:srgbClr val="E46962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0" name="Google Shape;350;p4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51" name="Google Shape;351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57"/>
          <p:cNvSpPr txBox="1"/>
          <p:nvPr>
            <p:ph idx="1" type="subTitle"/>
          </p:nvPr>
        </p:nvSpPr>
        <p:spPr>
          <a:xfrm>
            <a:off x="820999" y="4011275"/>
            <a:ext cx="6727200" cy="48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1400">
                <a:solidFill>
                  <a:srgbClr val="FFAB40"/>
                </a:solidFill>
              </a:rPr>
              <a:t>Topic 2: Clinical Decision Making and Pattern Recognition</a:t>
            </a:r>
            <a:endParaRPr sz="1400">
              <a:solidFill>
                <a:srgbClr val="FFAB40"/>
              </a:solidFill>
            </a:endParaRPr>
          </a:p>
        </p:txBody>
      </p:sp>
      <p:sp>
        <p:nvSpPr>
          <p:cNvPr id="399" name="Google Shape;399;p57"/>
          <p:cNvSpPr txBox="1"/>
          <p:nvPr>
            <p:ph type="title"/>
          </p:nvPr>
        </p:nvSpPr>
        <p:spPr>
          <a:xfrm>
            <a:off x="757400" y="1177950"/>
            <a:ext cx="7202400" cy="1393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2800">
                <a:solidFill>
                  <a:srgbClr val="FFAB40"/>
                </a:solidFill>
                <a:latin typeface="Arial"/>
                <a:ea typeface="Arial"/>
                <a:cs typeface="Arial"/>
                <a:sym typeface="Arial"/>
              </a:rPr>
              <a:t>Agentic AI for Healthcare Payment Integrity: Bridging the Gap Between FWA Detection and SIU Investigation</a:t>
            </a:r>
            <a:endParaRPr>
              <a:solidFill>
                <a:srgbClr val="FFAB4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DC"/>
        </a:solidFill>
      </p:bgPr>
    </p:bg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58"/>
          <p:cNvSpPr/>
          <p:nvPr/>
        </p:nvSpPr>
        <p:spPr>
          <a:xfrm>
            <a:off x="0" y="0"/>
            <a:ext cx="9144000" cy="1238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58"/>
          <p:cNvSpPr txBox="1"/>
          <p:nvPr/>
        </p:nvSpPr>
        <p:spPr>
          <a:xfrm>
            <a:off x="381000" y="285750"/>
            <a:ext cx="83820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8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How AI Changed Healthcare Fraud Detection</a:t>
            </a:r>
            <a:endParaRPr b="0" sz="2800">
              <a:solidFill>
                <a:srgbClr val="FFFFFF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406" name="Google Shape;406;p58"/>
          <p:cNvGrpSpPr/>
          <p:nvPr/>
        </p:nvGrpSpPr>
        <p:grpSpPr>
          <a:xfrm>
            <a:off x="857250" y="1714500"/>
            <a:ext cx="3429000" cy="2190900"/>
            <a:chOff x="857250" y="1714500"/>
            <a:chExt cx="3429000" cy="2190900"/>
          </a:xfrm>
        </p:grpSpPr>
        <p:sp>
          <p:nvSpPr>
            <p:cNvPr id="407" name="Google Shape;407;p58"/>
            <p:cNvSpPr/>
            <p:nvPr/>
          </p:nvSpPr>
          <p:spPr>
            <a:xfrm>
              <a:off x="857250" y="1714500"/>
              <a:ext cx="3429000" cy="2190900"/>
            </a:xfrm>
            <a:prstGeom prst="roundRect">
              <a:avLst>
                <a:gd fmla="val 6956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58"/>
            <p:cNvSpPr txBox="1"/>
            <p:nvPr/>
          </p:nvSpPr>
          <p:spPr>
            <a:xfrm>
              <a:off x="1047750" y="1905000"/>
              <a:ext cx="30480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Before ML</a:t>
              </a:r>
              <a:endParaRPr b="1" sz="18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3800">
                  <a:solidFill>
                    <a:srgbClr val="D97706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30-50%</a:t>
              </a:r>
              <a:endParaRPr b="0" sz="3800">
                <a:solidFill>
                  <a:srgbClr val="D9770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475569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false positive rate</a:t>
              </a:r>
              <a:endParaRPr b="0" sz="1400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409" name="Google Shape;409;p58"/>
          <p:cNvGrpSpPr/>
          <p:nvPr/>
        </p:nvGrpSpPr>
        <p:grpSpPr>
          <a:xfrm>
            <a:off x="4857750" y="1714500"/>
            <a:ext cx="3429000" cy="2190900"/>
            <a:chOff x="4857750" y="1714500"/>
            <a:chExt cx="3429000" cy="2190900"/>
          </a:xfrm>
        </p:grpSpPr>
        <p:sp>
          <p:nvSpPr>
            <p:cNvPr id="410" name="Google Shape;410;p58"/>
            <p:cNvSpPr/>
            <p:nvPr/>
          </p:nvSpPr>
          <p:spPr>
            <a:xfrm>
              <a:off x="4857750" y="1714500"/>
              <a:ext cx="3429000" cy="2190900"/>
            </a:xfrm>
            <a:prstGeom prst="roundRect">
              <a:avLst>
                <a:gd fmla="val 6956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58"/>
            <p:cNvSpPr txBox="1"/>
            <p:nvPr/>
          </p:nvSpPr>
          <p:spPr>
            <a:xfrm>
              <a:off x="5048250" y="1905000"/>
              <a:ext cx="30480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With ML</a:t>
              </a:r>
              <a:endParaRPr b="1" sz="18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3800">
                  <a:solidFill>
                    <a:srgbClr val="D97706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Under 10%</a:t>
              </a:r>
              <a:endParaRPr b="0" sz="3800">
                <a:solidFill>
                  <a:srgbClr val="D9770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475569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false positive rate</a:t>
              </a:r>
              <a:endParaRPr b="0" sz="1400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sp>
        <p:nvSpPr>
          <p:cNvPr id="412" name="Google Shape;412;p58"/>
          <p:cNvSpPr txBox="1"/>
          <p:nvPr/>
        </p:nvSpPr>
        <p:spPr>
          <a:xfrm>
            <a:off x="381000" y="4238625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$308.6 billion lost to healthcare fraud annually — ML made detection faster, smarter, and more precise.</a:t>
            </a:r>
            <a:endParaRPr b="1" sz="140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DC"/>
        </a:solidFill>
      </p:bgPr>
    </p:bg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59"/>
          <p:cNvSpPr txBox="1"/>
          <p:nvPr/>
        </p:nvSpPr>
        <p:spPr>
          <a:xfrm>
            <a:off x="571500" y="428625"/>
            <a:ext cx="8001000" cy="104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6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Detection is fast. Investigation is not.</a:t>
            </a:r>
            <a:endParaRPr b="0" sz="2600"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ctr">
              <a:spcBef>
                <a:spcPts val="45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D97706"/>
                </a:solidFill>
                <a:latin typeface="Inter"/>
                <a:ea typeface="Inter"/>
                <a:cs typeface="Inter"/>
                <a:sym typeface="Inter"/>
              </a:rPr>
              <a:t>That is the gap.</a:t>
            </a:r>
            <a:endParaRPr b="1" sz="1600">
              <a:solidFill>
                <a:srgbClr val="D9770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418" name="Google Shape;418;p59"/>
          <p:cNvGrpSpPr/>
          <p:nvPr/>
        </p:nvGrpSpPr>
        <p:grpSpPr>
          <a:xfrm>
            <a:off x="571500" y="1762125"/>
            <a:ext cx="2476500" cy="2667000"/>
            <a:chOff x="571500" y="1762125"/>
            <a:chExt cx="2476500" cy="2667000"/>
          </a:xfrm>
        </p:grpSpPr>
        <p:sp>
          <p:nvSpPr>
            <p:cNvPr id="419" name="Google Shape;419;p59"/>
            <p:cNvSpPr/>
            <p:nvPr/>
          </p:nvSpPr>
          <p:spPr>
            <a:xfrm>
              <a:off x="571500" y="1762125"/>
              <a:ext cx="2476500" cy="2667000"/>
            </a:xfrm>
            <a:prstGeom prst="roundRect">
              <a:avLst>
                <a:gd fmla="val 6153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59"/>
            <p:cNvSpPr txBox="1"/>
            <p:nvPr/>
          </p:nvSpPr>
          <p:spPr>
            <a:xfrm>
              <a:off x="666750" y="1857375"/>
              <a:ext cx="2286000" cy="247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rgbClr val="D9770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hourglass_empty</a:t>
              </a:r>
              <a:endParaRPr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3400">
                  <a:solidFill>
                    <a:srgbClr val="D97706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20-30%</a:t>
              </a:r>
              <a:endParaRPr b="0" sz="3400">
                <a:solidFill>
                  <a:srgbClr val="D9770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ctr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475569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of SIU time lost to admin</a:t>
              </a:r>
              <a:endParaRPr b="0" sz="1200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421" name="Google Shape;421;p59"/>
          <p:cNvGrpSpPr/>
          <p:nvPr/>
        </p:nvGrpSpPr>
        <p:grpSpPr>
          <a:xfrm>
            <a:off x="3333750" y="1762125"/>
            <a:ext cx="2476500" cy="2667000"/>
            <a:chOff x="3333750" y="1762125"/>
            <a:chExt cx="2476500" cy="2667000"/>
          </a:xfrm>
        </p:grpSpPr>
        <p:sp>
          <p:nvSpPr>
            <p:cNvPr id="422" name="Google Shape;422;p59"/>
            <p:cNvSpPr/>
            <p:nvPr/>
          </p:nvSpPr>
          <p:spPr>
            <a:xfrm>
              <a:off x="3333750" y="1762125"/>
              <a:ext cx="2476500" cy="2667000"/>
            </a:xfrm>
            <a:prstGeom prst="roundRect">
              <a:avLst>
                <a:gd fmla="val 6153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59"/>
            <p:cNvSpPr txBox="1"/>
            <p:nvPr/>
          </p:nvSpPr>
          <p:spPr>
            <a:xfrm>
              <a:off x="3429000" y="1857375"/>
              <a:ext cx="2286000" cy="247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rgbClr val="D9770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timer</a:t>
              </a:r>
              <a:endParaRPr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3400">
                  <a:solidFill>
                    <a:srgbClr val="D97706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270 days</a:t>
              </a:r>
              <a:endParaRPr b="0" sz="3400">
                <a:solidFill>
                  <a:srgbClr val="D9770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ctr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475569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average case turnaround</a:t>
              </a:r>
              <a:endParaRPr b="0" sz="1200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424" name="Google Shape;424;p59"/>
          <p:cNvGrpSpPr/>
          <p:nvPr/>
        </p:nvGrpSpPr>
        <p:grpSpPr>
          <a:xfrm>
            <a:off x="6096000" y="1762125"/>
            <a:ext cx="2476500" cy="2667000"/>
            <a:chOff x="6096000" y="1762125"/>
            <a:chExt cx="2476500" cy="2667000"/>
          </a:xfrm>
        </p:grpSpPr>
        <p:sp>
          <p:nvSpPr>
            <p:cNvPr id="425" name="Google Shape;425;p59"/>
            <p:cNvSpPr/>
            <p:nvPr/>
          </p:nvSpPr>
          <p:spPr>
            <a:xfrm>
              <a:off x="6096000" y="1762125"/>
              <a:ext cx="2476500" cy="2667000"/>
            </a:xfrm>
            <a:prstGeom prst="roundRect">
              <a:avLst>
                <a:gd fmla="val 6153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59"/>
            <p:cNvSpPr txBox="1"/>
            <p:nvPr/>
          </p:nvSpPr>
          <p:spPr>
            <a:xfrm>
              <a:off x="6191250" y="1857375"/>
              <a:ext cx="2286000" cy="247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rgbClr val="D9770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assignment_late</a:t>
              </a:r>
              <a:endParaRPr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3400">
                  <a:solidFill>
                    <a:srgbClr val="D97706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80%</a:t>
              </a:r>
              <a:endParaRPr b="0" sz="3400">
                <a:solidFill>
                  <a:srgbClr val="D9770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ctr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475569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of flagged leads are not fraud</a:t>
              </a:r>
              <a:endParaRPr b="0" sz="1200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DC"/>
        </a:solidFill>
      </p:bgPr>
    </p:bg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60"/>
          <p:cNvSpPr txBox="1"/>
          <p:nvPr/>
        </p:nvSpPr>
        <p:spPr>
          <a:xfrm>
            <a:off x="381000" y="428625"/>
            <a:ext cx="8382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8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Why This Matters Now</a:t>
            </a:r>
            <a:endParaRPr b="0" sz="2800"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432" name="Google Shape;432;p60"/>
          <p:cNvGrpSpPr/>
          <p:nvPr/>
        </p:nvGrpSpPr>
        <p:grpSpPr>
          <a:xfrm>
            <a:off x="571500" y="1428750"/>
            <a:ext cx="8001000" cy="2762400"/>
            <a:chOff x="571500" y="1428750"/>
            <a:chExt cx="8001000" cy="2762400"/>
          </a:xfrm>
        </p:grpSpPr>
        <p:sp>
          <p:nvSpPr>
            <p:cNvPr id="433" name="Google Shape;433;p60"/>
            <p:cNvSpPr/>
            <p:nvPr/>
          </p:nvSpPr>
          <p:spPr>
            <a:xfrm>
              <a:off x="571500" y="1428750"/>
              <a:ext cx="2476500" cy="2762400"/>
            </a:xfrm>
            <a:prstGeom prst="roundRect">
              <a:avLst>
                <a:gd fmla="val 615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60"/>
            <p:cNvSpPr txBox="1"/>
            <p:nvPr/>
          </p:nvSpPr>
          <p:spPr>
            <a:xfrm>
              <a:off x="762000" y="1714500"/>
              <a:ext cx="20955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3800">
                  <a:solidFill>
                    <a:srgbClr val="D97706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01</a:t>
              </a:r>
              <a:endParaRPr b="0" sz="3800">
                <a:solidFill>
                  <a:srgbClr val="D9770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ctr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The industry named it.</a:t>
              </a:r>
              <a:endParaRPr b="1" sz="18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35" name="Google Shape;435;p60"/>
            <p:cNvSpPr/>
            <p:nvPr/>
          </p:nvSpPr>
          <p:spPr>
            <a:xfrm>
              <a:off x="3333750" y="1428750"/>
              <a:ext cx="2476500" cy="2762400"/>
            </a:xfrm>
            <a:prstGeom prst="roundRect">
              <a:avLst>
                <a:gd fmla="val 615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60"/>
            <p:cNvSpPr txBox="1"/>
            <p:nvPr/>
          </p:nvSpPr>
          <p:spPr>
            <a:xfrm>
              <a:off x="3524250" y="1714500"/>
              <a:ext cx="20955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3800">
                  <a:solidFill>
                    <a:srgbClr val="D97706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02</a:t>
              </a:r>
              <a:endParaRPr b="0" sz="3800">
                <a:solidFill>
                  <a:srgbClr val="D9770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ctr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The technology is ready.</a:t>
              </a:r>
              <a:endParaRPr b="1" sz="18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37" name="Google Shape;437;p60"/>
            <p:cNvSpPr/>
            <p:nvPr/>
          </p:nvSpPr>
          <p:spPr>
            <a:xfrm>
              <a:off x="6096000" y="1428750"/>
              <a:ext cx="2476500" cy="2762400"/>
            </a:xfrm>
            <a:prstGeom prst="roundRect">
              <a:avLst>
                <a:gd fmla="val 615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60"/>
            <p:cNvSpPr txBox="1"/>
            <p:nvPr/>
          </p:nvSpPr>
          <p:spPr>
            <a:xfrm>
              <a:off x="6286500" y="1714500"/>
              <a:ext cx="20955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3800">
                  <a:solidFill>
                    <a:srgbClr val="D97706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03</a:t>
              </a:r>
              <a:endParaRPr b="0" sz="3800">
                <a:solidFill>
                  <a:srgbClr val="D9770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ctr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The regulation demands it.</a:t>
              </a:r>
              <a:endParaRPr b="1" sz="18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6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2D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61"/>
          <p:cNvSpPr/>
          <p:nvPr/>
        </p:nvSpPr>
        <p:spPr>
          <a:xfrm>
            <a:off x="0" y="0"/>
            <a:ext cx="9144000" cy="857400"/>
          </a:xfrm>
          <a:prstGeom prst="rect">
            <a:avLst/>
          </a:prstGeom>
          <a:solidFill>
            <a:srgbClr val="FFAB4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61"/>
          <p:cNvSpPr txBox="1"/>
          <p:nvPr/>
        </p:nvSpPr>
        <p:spPr>
          <a:xfrm>
            <a:off x="381000" y="95250"/>
            <a:ext cx="83820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The Proposed Layer</a:t>
            </a:r>
            <a:endParaRPr b="0" sz="2400">
              <a:solidFill>
                <a:srgbClr val="FFFFFF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446" name="Google Shape;446;p61"/>
          <p:cNvGrpSpPr/>
          <p:nvPr/>
        </p:nvGrpSpPr>
        <p:grpSpPr>
          <a:xfrm>
            <a:off x="381000" y="1047750"/>
            <a:ext cx="4048200" cy="2238300"/>
            <a:chOff x="381000" y="1047750"/>
            <a:chExt cx="4048200" cy="2238300"/>
          </a:xfrm>
        </p:grpSpPr>
        <p:sp>
          <p:nvSpPr>
            <p:cNvPr id="447" name="Google Shape;447;p61"/>
            <p:cNvSpPr/>
            <p:nvPr/>
          </p:nvSpPr>
          <p:spPr>
            <a:xfrm>
              <a:off x="381000" y="1047750"/>
              <a:ext cx="4048200" cy="2238300"/>
            </a:xfrm>
            <a:prstGeom prst="roundRect">
              <a:avLst>
                <a:gd fmla="val 5106" name="adj"/>
              </a:avLst>
            </a:prstGeom>
            <a:solidFill>
              <a:srgbClr val="FFFFFF"/>
            </a:solidFill>
            <a:ln cap="flat" cmpd="sng" w="19050">
              <a:solidFill>
                <a:srgbClr val="FED7A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61"/>
            <p:cNvSpPr/>
            <p:nvPr/>
          </p:nvSpPr>
          <p:spPr>
            <a:xfrm>
              <a:off x="381000" y="1047750"/>
              <a:ext cx="4048200" cy="381000"/>
            </a:xfrm>
            <a:prstGeom prst="roundRect">
              <a:avLst>
                <a:gd fmla="val 30000" name="adj"/>
              </a:avLst>
            </a:prstGeom>
            <a:solidFill>
              <a:srgbClr val="FEE2E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61"/>
            <p:cNvSpPr/>
            <p:nvPr/>
          </p:nvSpPr>
          <p:spPr>
            <a:xfrm>
              <a:off x="381000" y="1238250"/>
              <a:ext cx="4048200" cy="190500"/>
            </a:xfrm>
            <a:prstGeom prst="rect">
              <a:avLst/>
            </a:prstGeom>
            <a:solidFill>
              <a:srgbClr val="FEE2E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61"/>
            <p:cNvSpPr txBox="1"/>
            <p:nvPr/>
          </p:nvSpPr>
          <p:spPr>
            <a:xfrm>
              <a:off x="523875" y="1047750"/>
              <a:ext cx="37623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95">
                  <a:solidFill>
                    <a:srgbClr val="D97706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What SIU Does Manually Today</a:t>
              </a:r>
              <a:endParaRPr b="0" sz="1295">
                <a:solidFill>
                  <a:srgbClr val="D9770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grpSp>
          <p:nvGrpSpPr>
            <p:cNvPr id="451" name="Google Shape;451;p61"/>
            <p:cNvGrpSpPr/>
            <p:nvPr/>
          </p:nvGrpSpPr>
          <p:grpSpPr>
            <a:xfrm>
              <a:off x="533400" y="1571625"/>
              <a:ext cx="3657600" cy="285900"/>
              <a:chOff x="533400" y="1571625"/>
              <a:chExt cx="3657600" cy="285900"/>
            </a:xfrm>
          </p:grpSpPr>
          <p:sp>
            <p:nvSpPr>
              <p:cNvPr id="452" name="Google Shape;452;p61"/>
              <p:cNvSpPr/>
              <p:nvPr/>
            </p:nvSpPr>
            <p:spPr>
              <a:xfrm>
                <a:off x="533400" y="1581150"/>
                <a:ext cx="266700" cy="266700"/>
              </a:xfrm>
              <a:prstGeom prst="ellipse">
                <a:avLst/>
              </a:prstGeom>
              <a:solidFill>
                <a:srgbClr val="FEE2E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3" name="Google Shape;453;p61"/>
              <p:cNvSpPr txBox="1"/>
              <p:nvPr/>
            </p:nvSpPr>
            <p:spPr>
              <a:xfrm>
                <a:off x="619125" y="1628775"/>
                <a:ext cx="954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64">
                    <a:solidFill>
                      <a:srgbClr val="EF4444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1</a:t>
                </a:r>
                <a:endParaRPr b="0" sz="1064">
                  <a:solidFill>
                    <a:srgbClr val="EF4444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454" name="Google Shape;454;p61"/>
              <p:cNvSpPr txBox="1"/>
              <p:nvPr/>
            </p:nvSpPr>
            <p:spPr>
              <a:xfrm>
                <a:off x="952500" y="1571625"/>
                <a:ext cx="32385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64">
                    <a:solidFill>
                      <a:srgbClr val="1E293B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Pulls provider billing history</a:t>
                </a:r>
                <a:endParaRPr b="0" sz="1064">
                  <a:solidFill>
                    <a:srgbClr val="1E293B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455" name="Google Shape;455;p61"/>
            <p:cNvGrpSpPr/>
            <p:nvPr/>
          </p:nvGrpSpPr>
          <p:grpSpPr>
            <a:xfrm>
              <a:off x="533400" y="1971675"/>
              <a:ext cx="3657600" cy="285900"/>
              <a:chOff x="533400" y="1971675"/>
              <a:chExt cx="3657600" cy="285900"/>
            </a:xfrm>
          </p:grpSpPr>
          <p:sp>
            <p:nvSpPr>
              <p:cNvPr id="456" name="Google Shape;456;p61"/>
              <p:cNvSpPr/>
              <p:nvPr/>
            </p:nvSpPr>
            <p:spPr>
              <a:xfrm>
                <a:off x="533400" y="1981200"/>
                <a:ext cx="266700" cy="266700"/>
              </a:xfrm>
              <a:prstGeom prst="ellipse">
                <a:avLst/>
              </a:prstGeom>
              <a:solidFill>
                <a:srgbClr val="FEE2E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7" name="Google Shape;457;p61"/>
              <p:cNvSpPr txBox="1"/>
              <p:nvPr/>
            </p:nvSpPr>
            <p:spPr>
              <a:xfrm>
                <a:off x="619125" y="2028825"/>
                <a:ext cx="954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64">
                    <a:solidFill>
                      <a:srgbClr val="EF4444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2</a:t>
                </a:r>
                <a:endParaRPr b="0" sz="1064">
                  <a:solidFill>
                    <a:srgbClr val="EF4444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458" name="Google Shape;458;p61"/>
              <p:cNvSpPr txBox="1"/>
              <p:nvPr/>
            </p:nvSpPr>
            <p:spPr>
              <a:xfrm>
                <a:off x="952500" y="1971675"/>
                <a:ext cx="32385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64">
                    <a:solidFill>
                      <a:srgbClr val="1E293B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Checks coding consistency</a:t>
                </a:r>
                <a:endParaRPr b="0" sz="1064">
                  <a:solidFill>
                    <a:srgbClr val="1E293B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459" name="Google Shape;459;p61"/>
            <p:cNvGrpSpPr/>
            <p:nvPr/>
          </p:nvGrpSpPr>
          <p:grpSpPr>
            <a:xfrm>
              <a:off x="533400" y="2371725"/>
              <a:ext cx="3657600" cy="285900"/>
              <a:chOff x="533400" y="2371725"/>
              <a:chExt cx="3657600" cy="285900"/>
            </a:xfrm>
          </p:grpSpPr>
          <p:sp>
            <p:nvSpPr>
              <p:cNvPr id="460" name="Google Shape;460;p61"/>
              <p:cNvSpPr/>
              <p:nvPr/>
            </p:nvSpPr>
            <p:spPr>
              <a:xfrm>
                <a:off x="533400" y="2381250"/>
                <a:ext cx="266700" cy="266700"/>
              </a:xfrm>
              <a:prstGeom prst="ellipse">
                <a:avLst/>
              </a:prstGeom>
              <a:solidFill>
                <a:srgbClr val="FEE2E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1" name="Google Shape;461;p61"/>
              <p:cNvSpPr txBox="1"/>
              <p:nvPr/>
            </p:nvSpPr>
            <p:spPr>
              <a:xfrm>
                <a:off x="619125" y="2428875"/>
                <a:ext cx="954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64">
                    <a:solidFill>
                      <a:srgbClr val="EF4444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3</a:t>
                </a:r>
                <a:endParaRPr b="0" sz="1064">
                  <a:solidFill>
                    <a:srgbClr val="EF4444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462" name="Google Shape;462;p61"/>
              <p:cNvSpPr txBox="1"/>
              <p:nvPr/>
            </p:nvSpPr>
            <p:spPr>
              <a:xfrm>
                <a:off x="952500" y="2371725"/>
                <a:ext cx="32385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64">
                    <a:solidFill>
                      <a:srgbClr val="1E293B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Evaluates peer comparisons</a:t>
                </a:r>
                <a:endParaRPr b="0" sz="1064">
                  <a:solidFill>
                    <a:srgbClr val="1E293B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463" name="Google Shape;463;p61"/>
            <p:cNvGrpSpPr/>
            <p:nvPr/>
          </p:nvGrpSpPr>
          <p:grpSpPr>
            <a:xfrm>
              <a:off x="533400" y="2771775"/>
              <a:ext cx="3657600" cy="285900"/>
              <a:chOff x="533400" y="2771775"/>
              <a:chExt cx="3657600" cy="285900"/>
            </a:xfrm>
          </p:grpSpPr>
          <p:sp>
            <p:nvSpPr>
              <p:cNvPr id="464" name="Google Shape;464;p61"/>
              <p:cNvSpPr/>
              <p:nvPr/>
            </p:nvSpPr>
            <p:spPr>
              <a:xfrm>
                <a:off x="533400" y="2781300"/>
                <a:ext cx="266700" cy="266700"/>
              </a:xfrm>
              <a:prstGeom prst="ellipse">
                <a:avLst/>
              </a:prstGeom>
              <a:solidFill>
                <a:srgbClr val="FEE2E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5" name="Google Shape;465;p61"/>
              <p:cNvSpPr txBox="1"/>
              <p:nvPr/>
            </p:nvSpPr>
            <p:spPr>
              <a:xfrm>
                <a:off x="619125" y="2828925"/>
                <a:ext cx="954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64">
                    <a:solidFill>
                      <a:srgbClr val="EF4444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4</a:t>
                </a:r>
                <a:endParaRPr b="0" sz="1064">
                  <a:solidFill>
                    <a:srgbClr val="EF4444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466" name="Google Shape;466;p61"/>
              <p:cNvSpPr txBox="1"/>
              <p:nvPr/>
            </p:nvSpPr>
            <p:spPr>
              <a:xfrm>
                <a:off x="952500" y="2771775"/>
                <a:ext cx="32385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64">
                    <a:solidFill>
                      <a:srgbClr val="1E293B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Documents findings</a:t>
                </a:r>
                <a:endParaRPr b="0" sz="1064">
                  <a:solidFill>
                    <a:srgbClr val="1E293B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</p:grpSp>
      <p:grpSp>
        <p:nvGrpSpPr>
          <p:cNvPr id="467" name="Google Shape;467;p61"/>
          <p:cNvGrpSpPr/>
          <p:nvPr/>
        </p:nvGrpSpPr>
        <p:grpSpPr>
          <a:xfrm>
            <a:off x="4714875" y="1047750"/>
            <a:ext cx="4048200" cy="2238300"/>
            <a:chOff x="4714875" y="1047750"/>
            <a:chExt cx="4048200" cy="2238300"/>
          </a:xfrm>
        </p:grpSpPr>
        <p:sp>
          <p:nvSpPr>
            <p:cNvPr id="468" name="Google Shape;468;p61"/>
            <p:cNvSpPr/>
            <p:nvPr/>
          </p:nvSpPr>
          <p:spPr>
            <a:xfrm>
              <a:off x="4714875" y="1047750"/>
              <a:ext cx="4048200" cy="2238300"/>
            </a:xfrm>
            <a:prstGeom prst="roundRect">
              <a:avLst>
                <a:gd fmla="val 5106" name="adj"/>
              </a:avLst>
            </a:prstGeom>
            <a:solidFill>
              <a:srgbClr val="FFFFFF"/>
            </a:solidFill>
            <a:ln cap="flat" cmpd="sng" w="19050">
              <a:solidFill>
                <a:srgbClr val="CCFBF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61"/>
            <p:cNvSpPr/>
            <p:nvPr/>
          </p:nvSpPr>
          <p:spPr>
            <a:xfrm>
              <a:off x="4714875" y="1047750"/>
              <a:ext cx="4048200" cy="381000"/>
            </a:xfrm>
            <a:prstGeom prst="roundRect">
              <a:avLst>
                <a:gd fmla="val 30000" name="adj"/>
              </a:avLst>
            </a:prstGeom>
            <a:solidFill>
              <a:srgbClr val="CCFBF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61"/>
            <p:cNvSpPr/>
            <p:nvPr/>
          </p:nvSpPr>
          <p:spPr>
            <a:xfrm>
              <a:off x="4714875" y="1238250"/>
              <a:ext cx="4048200" cy="190500"/>
            </a:xfrm>
            <a:prstGeom prst="rect">
              <a:avLst/>
            </a:prstGeom>
            <a:solidFill>
              <a:srgbClr val="CCFBF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61"/>
            <p:cNvSpPr txBox="1"/>
            <p:nvPr/>
          </p:nvSpPr>
          <p:spPr>
            <a:xfrm>
              <a:off x="4857750" y="1047750"/>
              <a:ext cx="37623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95">
                  <a:solidFill>
                    <a:srgbClr val="0D9488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What the Agentic Layer Does Autonomously</a:t>
              </a:r>
              <a:endParaRPr b="0" sz="1295">
                <a:solidFill>
                  <a:srgbClr val="0D9488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grpSp>
          <p:nvGrpSpPr>
            <p:cNvPr id="472" name="Google Shape;472;p61"/>
            <p:cNvGrpSpPr/>
            <p:nvPr/>
          </p:nvGrpSpPr>
          <p:grpSpPr>
            <a:xfrm>
              <a:off x="4867275" y="1571625"/>
              <a:ext cx="3657600" cy="285900"/>
              <a:chOff x="4867275" y="1571625"/>
              <a:chExt cx="3657600" cy="285900"/>
            </a:xfrm>
          </p:grpSpPr>
          <p:sp>
            <p:nvSpPr>
              <p:cNvPr id="473" name="Google Shape;473;p61"/>
              <p:cNvSpPr/>
              <p:nvPr/>
            </p:nvSpPr>
            <p:spPr>
              <a:xfrm>
                <a:off x="4867275" y="1581150"/>
                <a:ext cx="266700" cy="266700"/>
              </a:xfrm>
              <a:prstGeom prst="ellipse">
                <a:avLst/>
              </a:prstGeom>
              <a:solidFill>
                <a:srgbClr val="CCFBF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4" name="Google Shape;474;p61"/>
              <p:cNvSpPr txBox="1"/>
              <p:nvPr/>
            </p:nvSpPr>
            <p:spPr>
              <a:xfrm>
                <a:off x="4953000" y="1628775"/>
                <a:ext cx="954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64">
                    <a:solidFill>
                      <a:srgbClr val="0D9488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1</a:t>
                </a:r>
                <a:endParaRPr b="0" sz="1064">
                  <a:solidFill>
                    <a:srgbClr val="0D9488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475" name="Google Shape;475;p61"/>
              <p:cNvSpPr txBox="1"/>
              <p:nvPr/>
            </p:nvSpPr>
            <p:spPr>
              <a:xfrm>
                <a:off x="5286375" y="1571625"/>
                <a:ext cx="32385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64">
                    <a:solidFill>
                      <a:srgbClr val="1E293B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Pulls provider billing history</a:t>
                </a:r>
                <a:endParaRPr b="0" sz="1064">
                  <a:solidFill>
                    <a:srgbClr val="1E293B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476" name="Google Shape;476;p61"/>
            <p:cNvGrpSpPr/>
            <p:nvPr/>
          </p:nvGrpSpPr>
          <p:grpSpPr>
            <a:xfrm>
              <a:off x="4867275" y="1971675"/>
              <a:ext cx="3657600" cy="285900"/>
              <a:chOff x="4867275" y="1971675"/>
              <a:chExt cx="3657600" cy="285900"/>
            </a:xfrm>
          </p:grpSpPr>
          <p:sp>
            <p:nvSpPr>
              <p:cNvPr id="477" name="Google Shape;477;p61"/>
              <p:cNvSpPr/>
              <p:nvPr/>
            </p:nvSpPr>
            <p:spPr>
              <a:xfrm>
                <a:off x="4867275" y="1981200"/>
                <a:ext cx="266700" cy="266700"/>
              </a:xfrm>
              <a:prstGeom prst="ellipse">
                <a:avLst/>
              </a:prstGeom>
              <a:solidFill>
                <a:srgbClr val="CCFBF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8" name="Google Shape;478;p61"/>
              <p:cNvSpPr txBox="1"/>
              <p:nvPr/>
            </p:nvSpPr>
            <p:spPr>
              <a:xfrm>
                <a:off x="4953000" y="2028825"/>
                <a:ext cx="954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64">
                    <a:solidFill>
                      <a:srgbClr val="0D9488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2</a:t>
                </a:r>
                <a:endParaRPr b="0" sz="1064">
                  <a:solidFill>
                    <a:srgbClr val="0D9488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479" name="Google Shape;479;p61"/>
              <p:cNvSpPr txBox="1"/>
              <p:nvPr/>
            </p:nvSpPr>
            <p:spPr>
              <a:xfrm>
                <a:off x="5286375" y="1971675"/>
                <a:ext cx="32385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64">
                    <a:solidFill>
                      <a:srgbClr val="1E293B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Checks coding consistency</a:t>
                </a:r>
                <a:endParaRPr b="0" sz="1064">
                  <a:solidFill>
                    <a:srgbClr val="1E293B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480" name="Google Shape;480;p61"/>
            <p:cNvGrpSpPr/>
            <p:nvPr/>
          </p:nvGrpSpPr>
          <p:grpSpPr>
            <a:xfrm>
              <a:off x="4867275" y="2371725"/>
              <a:ext cx="3657600" cy="285900"/>
              <a:chOff x="4867275" y="2371725"/>
              <a:chExt cx="3657600" cy="285900"/>
            </a:xfrm>
          </p:grpSpPr>
          <p:sp>
            <p:nvSpPr>
              <p:cNvPr id="481" name="Google Shape;481;p61"/>
              <p:cNvSpPr/>
              <p:nvPr/>
            </p:nvSpPr>
            <p:spPr>
              <a:xfrm>
                <a:off x="4867275" y="2381250"/>
                <a:ext cx="266700" cy="266700"/>
              </a:xfrm>
              <a:prstGeom prst="ellipse">
                <a:avLst/>
              </a:prstGeom>
              <a:solidFill>
                <a:srgbClr val="CCFBF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2" name="Google Shape;482;p61"/>
              <p:cNvSpPr txBox="1"/>
              <p:nvPr/>
            </p:nvSpPr>
            <p:spPr>
              <a:xfrm>
                <a:off x="4953000" y="2428875"/>
                <a:ext cx="954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64">
                    <a:solidFill>
                      <a:srgbClr val="0D9488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3</a:t>
                </a:r>
                <a:endParaRPr b="0" sz="1064">
                  <a:solidFill>
                    <a:srgbClr val="0D9488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483" name="Google Shape;483;p61"/>
              <p:cNvSpPr txBox="1"/>
              <p:nvPr/>
            </p:nvSpPr>
            <p:spPr>
              <a:xfrm>
                <a:off x="5286375" y="2371725"/>
                <a:ext cx="32385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64">
                    <a:solidFill>
                      <a:srgbClr val="1E293B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Evaluates peer comparisons</a:t>
                </a:r>
                <a:endParaRPr b="0" sz="1064">
                  <a:solidFill>
                    <a:srgbClr val="1E293B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484" name="Google Shape;484;p61"/>
            <p:cNvGrpSpPr/>
            <p:nvPr/>
          </p:nvGrpSpPr>
          <p:grpSpPr>
            <a:xfrm>
              <a:off x="4867275" y="2771775"/>
              <a:ext cx="3657600" cy="285900"/>
              <a:chOff x="4867275" y="2771775"/>
              <a:chExt cx="3657600" cy="285900"/>
            </a:xfrm>
          </p:grpSpPr>
          <p:sp>
            <p:nvSpPr>
              <p:cNvPr id="485" name="Google Shape;485;p61"/>
              <p:cNvSpPr/>
              <p:nvPr/>
            </p:nvSpPr>
            <p:spPr>
              <a:xfrm>
                <a:off x="4867275" y="2781300"/>
                <a:ext cx="266700" cy="266700"/>
              </a:xfrm>
              <a:prstGeom prst="ellipse">
                <a:avLst/>
              </a:prstGeom>
              <a:solidFill>
                <a:srgbClr val="CCFBF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6" name="Google Shape;486;p61"/>
              <p:cNvSpPr txBox="1"/>
              <p:nvPr/>
            </p:nvSpPr>
            <p:spPr>
              <a:xfrm>
                <a:off x="4953000" y="2828925"/>
                <a:ext cx="954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64">
                    <a:solidFill>
                      <a:srgbClr val="0D9488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4</a:t>
                </a:r>
                <a:endParaRPr b="0" sz="1064">
                  <a:solidFill>
                    <a:srgbClr val="0D9488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487" name="Google Shape;487;p61"/>
              <p:cNvSpPr txBox="1"/>
              <p:nvPr/>
            </p:nvSpPr>
            <p:spPr>
              <a:xfrm>
                <a:off x="5286375" y="2771775"/>
                <a:ext cx="32385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64">
                    <a:solidFill>
                      <a:srgbClr val="1E293B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Documents findings</a:t>
                </a:r>
                <a:endParaRPr b="0" sz="1064">
                  <a:solidFill>
                    <a:srgbClr val="1E293B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</p:grpSp>
      <p:grpSp>
        <p:nvGrpSpPr>
          <p:cNvPr id="488" name="Google Shape;488;p61"/>
          <p:cNvGrpSpPr/>
          <p:nvPr/>
        </p:nvGrpSpPr>
        <p:grpSpPr>
          <a:xfrm>
            <a:off x="381000" y="3476625"/>
            <a:ext cx="8382000" cy="476400"/>
            <a:chOff x="381000" y="3476625"/>
            <a:chExt cx="8382000" cy="476400"/>
          </a:xfrm>
        </p:grpSpPr>
        <p:grpSp>
          <p:nvGrpSpPr>
            <p:cNvPr id="489" name="Google Shape;489;p61"/>
            <p:cNvGrpSpPr/>
            <p:nvPr/>
          </p:nvGrpSpPr>
          <p:grpSpPr>
            <a:xfrm>
              <a:off x="381000" y="3476625"/>
              <a:ext cx="2095500" cy="476400"/>
              <a:chOff x="381000" y="3476625"/>
              <a:chExt cx="2095500" cy="476400"/>
            </a:xfrm>
          </p:grpSpPr>
          <p:sp>
            <p:nvSpPr>
              <p:cNvPr id="490" name="Google Shape;490;p61"/>
              <p:cNvSpPr/>
              <p:nvPr/>
            </p:nvSpPr>
            <p:spPr>
              <a:xfrm>
                <a:off x="381000" y="3476625"/>
                <a:ext cx="2095500" cy="476400"/>
              </a:xfrm>
              <a:prstGeom prst="roundRect">
                <a:avLst>
                  <a:gd fmla="val 16000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1" name="Google Shape;491;p61"/>
              <p:cNvSpPr txBox="1"/>
              <p:nvPr/>
            </p:nvSpPr>
            <p:spPr>
              <a:xfrm>
                <a:off x="476250" y="3476625"/>
                <a:ext cx="19050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ML Detection</a:t>
                </a:r>
                <a:endParaRPr b="1" sz="11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pic>
          <p:nvPicPr>
            <p:cNvPr id="492" name="Google Shape;492;p6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700338" y="3643313"/>
              <a:ext cx="409500" cy="1428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93" name="Google Shape;493;p61"/>
            <p:cNvGrpSpPr/>
            <p:nvPr/>
          </p:nvGrpSpPr>
          <p:grpSpPr>
            <a:xfrm>
              <a:off x="3333750" y="3476625"/>
              <a:ext cx="2476500" cy="476400"/>
              <a:chOff x="3333750" y="3476625"/>
              <a:chExt cx="2476500" cy="476400"/>
            </a:xfrm>
          </p:grpSpPr>
          <p:sp>
            <p:nvSpPr>
              <p:cNvPr id="494" name="Google Shape;494;p61"/>
              <p:cNvSpPr/>
              <p:nvPr/>
            </p:nvSpPr>
            <p:spPr>
              <a:xfrm>
                <a:off x="3333750" y="3476625"/>
                <a:ext cx="2476500" cy="476400"/>
              </a:xfrm>
              <a:prstGeom prst="roundRect">
                <a:avLst>
                  <a:gd fmla="val 16000" name="adj"/>
                </a:avLst>
              </a:prstGeom>
              <a:solidFill>
                <a:srgbClr val="FFFFFF"/>
              </a:solidFill>
              <a:ln cap="flat" cmpd="sng" w="28575">
                <a:solidFill>
                  <a:srgbClr val="FFAB4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5" name="Google Shape;495;p61"/>
              <p:cNvSpPr/>
              <p:nvPr/>
            </p:nvSpPr>
            <p:spPr>
              <a:xfrm>
                <a:off x="3381375" y="3524250"/>
                <a:ext cx="2381400" cy="381000"/>
              </a:xfrm>
              <a:prstGeom prst="roundRect">
                <a:avLst>
                  <a:gd fmla="val 15000" name="adj"/>
                </a:avLst>
              </a:prstGeom>
              <a:solidFill>
                <a:srgbClr val="FFF2D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6" name="Google Shape;496;p61"/>
              <p:cNvSpPr txBox="1"/>
              <p:nvPr/>
            </p:nvSpPr>
            <p:spPr>
              <a:xfrm>
                <a:off x="3429000" y="3476625"/>
                <a:ext cx="22860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200">
                    <a:solidFill>
                      <a:srgbClr val="D97706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Agentic Investigation Layer</a:t>
                </a:r>
                <a:endParaRPr b="0" sz="1200">
                  <a:solidFill>
                    <a:srgbClr val="D97706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</p:txBody>
          </p:sp>
        </p:grpSp>
        <p:pic>
          <p:nvPicPr>
            <p:cNvPr id="497" name="Google Shape;497;p6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034088" y="3643313"/>
              <a:ext cx="409500" cy="1428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98" name="Google Shape;498;p61"/>
            <p:cNvGrpSpPr/>
            <p:nvPr/>
          </p:nvGrpSpPr>
          <p:grpSpPr>
            <a:xfrm>
              <a:off x="6667500" y="3476625"/>
              <a:ext cx="2095500" cy="476400"/>
              <a:chOff x="6667500" y="3476625"/>
              <a:chExt cx="2095500" cy="476400"/>
            </a:xfrm>
          </p:grpSpPr>
          <p:sp>
            <p:nvSpPr>
              <p:cNvPr id="499" name="Google Shape;499;p61"/>
              <p:cNvSpPr/>
              <p:nvPr/>
            </p:nvSpPr>
            <p:spPr>
              <a:xfrm>
                <a:off x="6667500" y="3476625"/>
                <a:ext cx="2095500" cy="476400"/>
              </a:xfrm>
              <a:prstGeom prst="roundRect">
                <a:avLst>
                  <a:gd fmla="val 16000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0" name="Google Shape;500;p61"/>
              <p:cNvSpPr txBox="1"/>
              <p:nvPr/>
            </p:nvSpPr>
            <p:spPr>
              <a:xfrm>
                <a:off x="6762750" y="3476625"/>
                <a:ext cx="19050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SIU Analyst</a:t>
                </a:r>
                <a:endParaRPr b="1" sz="11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sp>
        <p:nvSpPr>
          <p:cNvPr id="501" name="Google Shape;501;p61"/>
          <p:cNvSpPr txBox="1"/>
          <p:nvPr/>
        </p:nvSpPr>
        <p:spPr>
          <a:xfrm>
            <a:off x="381000" y="4286250"/>
            <a:ext cx="8382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The agent recommends. The human decides.</a:t>
            </a:r>
            <a:endParaRPr b="1" sz="130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6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2D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62"/>
          <p:cNvSpPr/>
          <p:nvPr/>
        </p:nvSpPr>
        <p:spPr>
          <a:xfrm>
            <a:off x="0" y="0"/>
            <a:ext cx="9144000" cy="666900"/>
          </a:xfrm>
          <a:prstGeom prst="rect">
            <a:avLst/>
          </a:prstGeom>
          <a:solidFill>
            <a:srgbClr val="FFAB4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62"/>
          <p:cNvSpPr txBox="1"/>
          <p:nvPr/>
        </p:nvSpPr>
        <p:spPr>
          <a:xfrm>
            <a:off x="381000" y="0"/>
            <a:ext cx="83820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Proof of Concept</a:t>
            </a:r>
            <a:endParaRPr b="0" sz="2400">
              <a:solidFill>
                <a:srgbClr val="FFFFFF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509" name="Google Shape;509;p62"/>
          <p:cNvGrpSpPr/>
          <p:nvPr/>
        </p:nvGrpSpPr>
        <p:grpSpPr>
          <a:xfrm>
            <a:off x="1514475" y="847725"/>
            <a:ext cx="6115200" cy="628800"/>
            <a:chOff x="1514475" y="847725"/>
            <a:chExt cx="6115200" cy="628800"/>
          </a:xfrm>
        </p:grpSpPr>
        <p:pic>
          <p:nvPicPr>
            <p:cNvPr id="510" name="Google Shape;510;p6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514475" y="847725"/>
              <a:ext cx="6115200" cy="628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1" name="Google Shape;511;p62"/>
            <p:cNvSpPr/>
            <p:nvPr/>
          </p:nvSpPr>
          <p:spPr>
            <a:xfrm>
              <a:off x="1704975" y="1009650"/>
              <a:ext cx="304800" cy="304800"/>
            </a:xfrm>
            <a:prstGeom prst="ellipse">
              <a:avLst/>
            </a:prstGeom>
            <a:solidFill>
              <a:srgbClr val="FFF2D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62"/>
            <p:cNvSpPr txBox="1"/>
            <p:nvPr/>
          </p:nvSpPr>
          <p:spPr>
            <a:xfrm>
              <a:off x="1704975" y="1009650"/>
              <a:ext cx="3048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D97706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01</a:t>
              </a:r>
              <a:endParaRPr b="0" sz="1400">
                <a:solidFill>
                  <a:srgbClr val="D9770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513" name="Google Shape;513;p62"/>
            <p:cNvSpPr txBox="1"/>
            <p:nvPr/>
          </p:nvSpPr>
          <p:spPr>
            <a:xfrm>
              <a:off x="2190750" y="904875"/>
              <a:ext cx="5238900" cy="5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ML Detection Flag</a:t>
              </a:r>
              <a:endParaRPr b="1" sz="12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475569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Existing Cotiviti system — claim flagged with risk score</a:t>
              </a:r>
              <a:endParaRPr b="0" sz="950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pic>
        <p:nvPicPr>
          <p:cNvPr id="514" name="Google Shape;514;p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33900" y="1466850"/>
            <a:ext cx="76200" cy="152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15" name="Google Shape;515;p62"/>
          <p:cNvGrpSpPr/>
          <p:nvPr/>
        </p:nvGrpSpPr>
        <p:grpSpPr>
          <a:xfrm>
            <a:off x="1514475" y="1647825"/>
            <a:ext cx="6115200" cy="628800"/>
            <a:chOff x="1514475" y="1647825"/>
            <a:chExt cx="6115200" cy="628800"/>
          </a:xfrm>
        </p:grpSpPr>
        <p:pic>
          <p:nvPicPr>
            <p:cNvPr id="516" name="Google Shape;516;p6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514475" y="1647825"/>
              <a:ext cx="6115200" cy="628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7" name="Google Shape;517;p62"/>
            <p:cNvSpPr/>
            <p:nvPr/>
          </p:nvSpPr>
          <p:spPr>
            <a:xfrm>
              <a:off x="1704975" y="1809750"/>
              <a:ext cx="304800" cy="304800"/>
            </a:xfrm>
            <a:prstGeom prst="ellipse">
              <a:avLst/>
            </a:prstGeom>
            <a:solidFill>
              <a:srgbClr val="FFF2D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62"/>
            <p:cNvSpPr txBox="1"/>
            <p:nvPr/>
          </p:nvSpPr>
          <p:spPr>
            <a:xfrm>
              <a:off x="1704975" y="1809750"/>
              <a:ext cx="3048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D97706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02</a:t>
              </a:r>
              <a:endParaRPr b="0" sz="1400">
                <a:solidFill>
                  <a:srgbClr val="D9770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519" name="Google Shape;519;p62"/>
            <p:cNvSpPr txBox="1"/>
            <p:nvPr/>
          </p:nvSpPr>
          <p:spPr>
            <a:xfrm>
              <a:off x="2190750" y="1704975"/>
              <a:ext cx="5238900" cy="5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Flagged Claim Input</a:t>
              </a:r>
              <a:endParaRPr b="1" sz="12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475569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Structured provider and billing data — synthetic cases grounded in DOJ 2026 fraud patterns</a:t>
              </a:r>
              <a:endParaRPr b="0" sz="950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pic>
        <p:nvPicPr>
          <p:cNvPr id="520" name="Google Shape;520;p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33900" y="2266950"/>
            <a:ext cx="76200" cy="152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21" name="Google Shape;521;p62"/>
          <p:cNvGrpSpPr/>
          <p:nvPr/>
        </p:nvGrpSpPr>
        <p:grpSpPr>
          <a:xfrm>
            <a:off x="1514475" y="2447925"/>
            <a:ext cx="6115200" cy="628800"/>
            <a:chOff x="1514475" y="2447925"/>
            <a:chExt cx="6115200" cy="628800"/>
          </a:xfrm>
        </p:grpSpPr>
        <p:pic>
          <p:nvPicPr>
            <p:cNvPr id="522" name="Google Shape;522;p6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514475" y="2447925"/>
              <a:ext cx="6115200" cy="628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3" name="Google Shape;523;p62"/>
            <p:cNvSpPr/>
            <p:nvPr/>
          </p:nvSpPr>
          <p:spPr>
            <a:xfrm>
              <a:off x="1704975" y="2609850"/>
              <a:ext cx="304800" cy="304800"/>
            </a:xfrm>
            <a:prstGeom prst="ellipse">
              <a:avLst/>
            </a:prstGeom>
            <a:solidFill>
              <a:srgbClr val="FFF2D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62"/>
            <p:cNvSpPr txBox="1"/>
            <p:nvPr/>
          </p:nvSpPr>
          <p:spPr>
            <a:xfrm>
              <a:off x="1704975" y="2609850"/>
              <a:ext cx="3048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D97706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03</a:t>
              </a:r>
              <a:endParaRPr b="0" sz="1400">
                <a:solidFill>
                  <a:srgbClr val="D9770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525" name="Google Shape;525;p62"/>
            <p:cNvSpPr txBox="1"/>
            <p:nvPr/>
          </p:nvSpPr>
          <p:spPr>
            <a:xfrm>
              <a:off x="2190750" y="2505075"/>
              <a:ext cx="5238900" cy="5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LLM Reasoning Agent</a:t>
              </a:r>
              <a:endParaRPr b="1" sz="12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475569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Llama 4 Scout via Groq — reasons through evidence step by step</a:t>
              </a:r>
              <a:endParaRPr b="0" sz="950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pic>
        <p:nvPicPr>
          <p:cNvPr id="526" name="Google Shape;526;p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33900" y="3067050"/>
            <a:ext cx="76200" cy="152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27" name="Google Shape;527;p62"/>
          <p:cNvGrpSpPr/>
          <p:nvPr/>
        </p:nvGrpSpPr>
        <p:grpSpPr>
          <a:xfrm>
            <a:off x="1514475" y="3248025"/>
            <a:ext cx="6115200" cy="628800"/>
            <a:chOff x="1514475" y="3248025"/>
            <a:chExt cx="6115200" cy="628800"/>
          </a:xfrm>
        </p:grpSpPr>
        <p:pic>
          <p:nvPicPr>
            <p:cNvPr id="528" name="Google Shape;528;p6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514475" y="3248025"/>
              <a:ext cx="6115200" cy="628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9" name="Google Shape;529;p62"/>
            <p:cNvSpPr/>
            <p:nvPr/>
          </p:nvSpPr>
          <p:spPr>
            <a:xfrm>
              <a:off x="1704975" y="3409950"/>
              <a:ext cx="304800" cy="304800"/>
            </a:xfrm>
            <a:prstGeom prst="ellipse">
              <a:avLst/>
            </a:prstGeom>
            <a:solidFill>
              <a:srgbClr val="FFF2D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62"/>
            <p:cNvSpPr txBox="1"/>
            <p:nvPr/>
          </p:nvSpPr>
          <p:spPr>
            <a:xfrm>
              <a:off x="1704975" y="3409950"/>
              <a:ext cx="3048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D97706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04</a:t>
              </a:r>
              <a:endParaRPr b="0" sz="1400">
                <a:solidFill>
                  <a:srgbClr val="D9770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531" name="Google Shape;531;p62"/>
            <p:cNvSpPr txBox="1"/>
            <p:nvPr/>
          </p:nvSpPr>
          <p:spPr>
            <a:xfrm>
              <a:off x="2190750" y="3305175"/>
              <a:ext cx="5238900" cy="5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LLM-as-Judge Evaluation</a:t>
              </a:r>
              <a:endParaRPr b="1" sz="12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475569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Quality checks reasoning completeness, evidence accuracy, compliance adherence</a:t>
              </a:r>
              <a:endParaRPr b="0" sz="950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pic>
        <p:nvPicPr>
          <p:cNvPr id="532" name="Google Shape;532;p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33900" y="3867150"/>
            <a:ext cx="76200" cy="152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33" name="Google Shape;533;p62"/>
          <p:cNvGrpSpPr/>
          <p:nvPr/>
        </p:nvGrpSpPr>
        <p:grpSpPr>
          <a:xfrm>
            <a:off x="1514475" y="4048125"/>
            <a:ext cx="6115200" cy="628800"/>
            <a:chOff x="1514475" y="4048125"/>
            <a:chExt cx="6115200" cy="628800"/>
          </a:xfrm>
        </p:grpSpPr>
        <p:pic>
          <p:nvPicPr>
            <p:cNvPr id="534" name="Google Shape;534;p6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514475" y="4048125"/>
              <a:ext cx="6115200" cy="628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5" name="Google Shape;535;p62"/>
            <p:cNvSpPr/>
            <p:nvPr/>
          </p:nvSpPr>
          <p:spPr>
            <a:xfrm>
              <a:off x="1704975" y="4210050"/>
              <a:ext cx="304800" cy="304800"/>
            </a:xfrm>
            <a:prstGeom prst="ellipse">
              <a:avLst/>
            </a:prstGeom>
            <a:solidFill>
              <a:srgbClr val="FFAB4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62"/>
            <p:cNvSpPr txBox="1"/>
            <p:nvPr/>
          </p:nvSpPr>
          <p:spPr>
            <a:xfrm>
              <a:off x="1704975" y="4210050"/>
              <a:ext cx="3048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FFFFF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05</a:t>
              </a:r>
              <a:endParaRPr b="0" sz="14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537" name="Google Shape;537;p62"/>
            <p:cNvSpPr txBox="1"/>
            <p:nvPr/>
          </p:nvSpPr>
          <p:spPr>
            <a:xfrm>
              <a:off x="2190750" y="4105275"/>
              <a:ext cx="5238900" cy="5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D97706"/>
                  </a:solidFill>
                  <a:latin typeface="Inter"/>
                  <a:ea typeface="Inter"/>
                  <a:cs typeface="Inter"/>
                  <a:sym typeface="Inter"/>
                </a:rPr>
                <a:t>Investigation-Ready Case Package</a:t>
              </a:r>
              <a:endParaRPr b="1" sz="1200">
                <a:solidFill>
                  <a:srgbClr val="D9770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475569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Delivered to SIU analyst in place of a raw risk score</a:t>
              </a:r>
              <a:endParaRPr b="0" sz="950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6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2D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63"/>
          <p:cNvSpPr/>
          <p:nvPr/>
        </p:nvSpPr>
        <p:spPr>
          <a:xfrm>
            <a:off x="0" y="0"/>
            <a:ext cx="9144000" cy="666900"/>
          </a:xfrm>
          <a:prstGeom prst="rect">
            <a:avLst/>
          </a:prstGeom>
          <a:solidFill>
            <a:srgbClr val="FFAB4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63"/>
          <p:cNvSpPr txBox="1"/>
          <p:nvPr/>
        </p:nvSpPr>
        <p:spPr>
          <a:xfrm>
            <a:off x="381000" y="0"/>
            <a:ext cx="83820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Engineering Choices</a:t>
            </a:r>
            <a:endParaRPr b="0" sz="2400">
              <a:solidFill>
                <a:srgbClr val="FFFFFF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545" name="Google Shape;545;p63"/>
          <p:cNvGrpSpPr/>
          <p:nvPr/>
        </p:nvGrpSpPr>
        <p:grpSpPr>
          <a:xfrm>
            <a:off x="571500" y="1047750"/>
            <a:ext cx="8001000" cy="904800"/>
            <a:chOff x="571500" y="1047750"/>
            <a:chExt cx="8001000" cy="904800"/>
          </a:xfrm>
        </p:grpSpPr>
        <p:sp>
          <p:nvSpPr>
            <p:cNvPr id="546" name="Google Shape;546;p63"/>
            <p:cNvSpPr/>
            <p:nvPr/>
          </p:nvSpPr>
          <p:spPr>
            <a:xfrm>
              <a:off x="571500" y="1047750"/>
              <a:ext cx="8001000" cy="904800"/>
            </a:xfrm>
            <a:prstGeom prst="roundRect">
              <a:avLst>
                <a:gd fmla="val 12631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547" name="Google Shape;547;p6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71500" y="1047750"/>
              <a:ext cx="152400" cy="904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8" name="Google Shape;548;p63"/>
            <p:cNvSpPr txBox="1"/>
            <p:nvPr/>
          </p:nvSpPr>
          <p:spPr>
            <a:xfrm>
              <a:off x="857250" y="1047750"/>
              <a:ext cx="7429500" cy="9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D97706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Model</a:t>
              </a:r>
              <a:endParaRPr b="0" sz="1400">
                <a:solidFill>
                  <a:srgbClr val="D9770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75569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Llama 4 Scout via Groq — low temperature for consistency, structured JSON output for auditability</a:t>
              </a:r>
              <a:endParaRPr b="0" sz="1100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549" name="Google Shape;549;p63"/>
          <p:cNvGrpSpPr/>
          <p:nvPr/>
        </p:nvGrpSpPr>
        <p:grpSpPr>
          <a:xfrm>
            <a:off x="571500" y="2238375"/>
            <a:ext cx="8001000" cy="904800"/>
            <a:chOff x="571500" y="2238375"/>
            <a:chExt cx="8001000" cy="904800"/>
          </a:xfrm>
        </p:grpSpPr>
        <p:sp>
          <p:nvSpPr>
            <p:cNvPr id="550" name="Google Shape;550;p63"/>
            <p:cNvSpPr/>
            <p:nvPr/>
          </p:nvSpPr>
          <p:spPr>
            <a:xfrm>
              <a:off x="571500" y="2238375"/>
              <a:ext cx="8001000" cy="904800"/>
            </a:xfrm>
            <a:prstGeom prst="roundRect">
              <a:avLst>
                <a:gd fmla="val 12631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551" name="Google Shape;551;p6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71500" y="2238375"/>
              <a:ext cx="152400" cy="904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2" name="Google Shape;552;p63"/>
            <p:cNvSpPr txBox="1"/>
            <p:nvPr/>
          </p:nvSpPr>
          <p:spPr>
            <a:xfrm>
              <a:off x="857250" y="2238375"/>
              <a:ext cx="7429500" cy="9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D97706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Prompt Design</a:t>
              </a:r>
              <a:endParaRPr b="0" sz="1400">
                <a:solidFill>
                  <a:srgbClr val="D9770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75569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Compliance boundary enforced in system prompt — agent never denies, always considers alternative explanations</a:t>
              </a:r>
              <a:endParaRPr b="0" sz="1100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553" name="Google Shape;553;p63"/>
          <p:cNvGrpSpPr/>
          <p:nvPr/>
        </p:nvGrpSpPr>
        <p:grpSpPr>
          <a:xfrm>
            <a:off x="571500" y="3429000"/>
            <a:ext cx="8001000" cy="904800"/>
            <a:chOff x="571500" y="3429000"/>
            <a:chExt cx="8001000" cy="904800"/>
          </a:xfrm>
        </p:grpSpPr>
        <p:sp>
          <p:nvSpPr>
            <p:cNvPr id="554" name="Google Shape;554;p63"/>
            <p:cNvSpPr/>
            <p:nvPr/>
          </p:nvSpPr>
          <p:spPr>
            <a:xfrm>
              <a:off x="571500" y="3429000"/>
              <a:ext cx="8001000" cy="904800"/>
            </a:xfrm>
            <a:prstGeom prst="roundRect">
              <a:avLst>
                <a:gd fmla="val 12631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555" name="Google Shape;555;p6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71500" y="3429000"/>
              <a:ext cx="152400" cy="904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6" name="Google Shape;556;p63"/>
            <p:cNvSpPr txBox="1"/>
            <p:nvPr/>
          </p:nvSpPr>
          <p:spPr>
            <a:xfrm>
              <a:off x="857250" y="3429000"/>
              <a:ext cx="7429500" cy="9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D97706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Evaluation Layer</a:t>
              </a:r>
              <a:endParaRPr b="0" sz="1400">
                <a:solidFill>
                  <a:srgbClr val="D9770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75569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LLM-as-Judge quality gate — reasoning completeness, evidence accuracy, step sequencing, compliance adherence</a:t>
              </a:r>
              <a:endParaRPr b="0" sz="1100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roduct demo | Human focus">
  <a:themeElements>
    <a:clrScheme name="Simple Light">
      <a:dk1>
        <a:srgbClr val="3C4043"/>
      </a:dk1>
      <a:lt1>
        <a:srgbClr val="000000"/>
      </a:lt1>
      <a:dk2>
        <a:srgbClr val="F4F4F4"/>
      </a:dk2>
      <a:lt2>
        <a:srgbClr val="FFFFFF"/>
      </a:lt2>
      <a:accent1>
        <a:srgbClr val="FDD198"/>
      </a:accent1>
      <a:accent2>
        <a:srgbClr val="F4F4F4"/>
      </a:accent2>
      <a:accent3>
        <a:srgbClr val="B7B7B7"/>
      </a:accent3>
      <a:accent4>
        <a:srgbClr val="FFA767"/>
      </a:accent4>
      <a:accent5>
        <a:srgbClr val="FFF2DC"/>
      </a:accent5>
      <a:accent6>
        <a:srgbClr val="F0C894"/>
      </a:accent6>
      <a:hlink>
        <a:srgbClr val="CAA97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